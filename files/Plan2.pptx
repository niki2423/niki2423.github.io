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Quantico"/>
      <p:regular r:id="rId18"/>
      <p:bold r:id="rId19"/>
      <p:italic r:id="rId20"/>
      <p:boldItalic r:id="rId21"/>
    </p:embeddedFont>
    <p:embeddedFont>
      <p:font typeface="La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Quantico-italic.fntdata"/><Relationship Id="rId22" Type="http://schemas.openxmlformats.org/officeDocument/2006/relationships/font" Target="fonts/Lato-regular.fntdata"/><Relationship Id="rId21" Type="http://schemas.openxmlformats.org/officeDocument/2006/relationships/font" Target="fonts/Quantico-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Quantico-bold.fntdata"/><Relationship Id="rId18" Type="http://schemas.openxmlformats.org/officeDocument/2006/relationships/font" Target="fonts/Quantic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bdf54e1b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bdf54e1b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bdf54e1b5f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bdf54e1b5f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bdf54e1b5f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bdf54e1b5f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bdf54e1b5f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bdf54e1b5f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bdf54e1b5f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bdf54e1b5f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bdf54e1b5f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bdf54e1b5f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bdf54e1b5f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bdf54e1b5f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bdf54e1b5f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bdf54e1b5f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bdf54e1b5f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bdf54e1b5f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bdf54e1b5f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bdf54e1b5f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bdf54e1b5f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bdf54e1b5f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bdf54e1b5f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bdf54e1b5f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BLANK_16_1_1">
    <p:bg>
      <p:bgPr>
        <a:solidFill>
          <a:schemeClr val="lt2"/>
        </a:solidFill>
      </p:bgPr>
    </p:bg>
    <p:spTree>
      <p:nvGrpSpPr>
        <p:cNvPr id="8" name="Shape 8"/>
        <p:cNvGrpSpPr/>
        <p:nvPr/>
      </p:nvGrpSpPr>
      <p:grpSpPr>
        <a:xfrm>
          <a:off x="0" y="0"/>
          <a:ext cx="0" cy="0"/>
          <a:chOff x="0" y="0"/>
          <a:chExt cx="0" cy="0"/>
        </a:xfrm>
      </p:grpSpPr>
      <p:sp>
        <p:nvSpPr>
          <p:cNvPr id="9" name="Google Shape;9;p2"/>
          <p:cNvSpPr/>
          <p:nvPr/>
        </p:nvSpPr>
        <p:spPr>
          <a:xfrm>
            <a:off x="0" y="0"/>
            <a:ext cx="5440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 name="Google Shape;10;p2"/>
          <p:cNvSpPr/>
          <p:nvPr/>
        </p:nvSpPr>
        <p:spPr>
          <a:xfrm>
            <a:off x="5440200" y="555250"/>
            <a:ext cx="3703800" cy="4588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 name="Google Shape;11;p2"/>
          <p:cNvSpPr/>
          <p:nvPr/>
        </p:nvSpPr>
        <p:spPr>
          <a:xfrm>
            <a:off x="636875" y="563400"/>
            <a:ext cx="4803000" cy="4588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2" name="Google Shape;12;p2"/>
          <p:cNvSpPr txBox="1"/>
          <p:nvPr>
            <p:ph type="title"/>
          </p:nvPr>
        </p:nvSpPr>
        <p:spPr>
          <a:xfrm>
            <a:off x="876900" y="874250"/>
            <a:ext cx="4387500" cy="263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SzPts val="3000"/>
              <a:buNone/>
              <a:defRPr sz="7500"/>
            </a:lvl1pPr>
            <a:lvl2pPr lvl="1">
              <a:lnSpc>
                <a:spcPct val="80000"/>
              </a:lnSpc>
              <a:spcBef>
                <a:spcPts val="0"/>
              </a:spcBef>
              <a:spcAft>
                <a:spcPts val="0"/>
              </a:spcAft>
              <a:buSzPts val="3000"/>
              <a:buNone/>
              <a:defRPr sz="7500">
                <a:latin typeface="Quantico"/>
                <a:ea typeface="Quantico"/>
                <a:cs typeface="Quantico"/>
                <a:sym typeface="Quantico"/>
              </a:defRPr>
            </a:lvl2pPr>
            <a:lvl3pPr lvl="2">
              <a:lnSpc>
                <a:spcPct val="80000"/>
              </a:lnSpc>
              <a:spcBef>
                <a:spcPts val="0"/>
              </a:spcBef>
              <a:spcAft>
                <a:spcPts val="0"/>
              </a:spcAft>
              <a:buSzPts val="3000"/>
              <a:buNone/>
              <a:defRPr sz="7500">
                <a:latin typeface="Quantico"/>
                <a:ea typeface="Quantico"/>
                <a:cs typeface="Quantico"/>
                <a:sym typeface="Quantico"/>
              </a:defRPr>
            </a:lvl3pPr>
            <a:lvl4pPr lvl="3">
              <a:lnSpc>
                <a:spcPct val="80000"/>
              </a:lnSpc>
              <a:spcBef>
                <a:spcPts val="0"/>
              </a:spcBef>
              <a:spcAft>
                <a:spcPts val="0"/>
              </a:spcAft>
              <a:buSzPts val="3000"/>
              <a:buNone/>
              <a:defRPr sz="7500">
                <a:latin typeface="Quantico"/>
                <a:ea typeface="Quantico"/>
                <a:cs typeface="Quantico"/>
                <a:sym typeface="Quantico"/>
              </a:defRPr>
            </a:lvl4pPr>
            <a:lvl5pPr lvl="4">
              <a:lnSpc>
                <a:spcPct val="80000"/>
              </a:lnSpc>
              <a:spcBef>
                <a:spcPts val="0"/>
              </a:spcBef>
              <a:spcAft>
                <a:spcPts val="0"/>
              </a:spcAft>
              <a:buSzPts val="3000"/>
              <a:buNone/>
              <a:defRPr sz="7500">
                <a:latin typeface="Quantico"/>
                <a:ea typeface="Quantico"/>
                <a:cs typeface="Quantico"/>
                <a:sym typeface="Quantico"/>
              </a:defRPr>
            </a:lvl5pPr>
            <a:lvl6pPr lvl="5">
              <a:lnSpc>
                <a:spcPct val="80000"/>
              </a:lnSpc>
              <a:spcBef>
                <a:spcPts val="0"/>
              </a:spcBef>
              <a:spcAft>
                <a:spcPts val="0"/>
              </a:spcAft>
              <a:buSzPts val="3000"/>
              <a:buNone/>
              <a:defRPr sz="7500">
                <a:latin typeface="Quantico"/>
                <a:ea typeface="Quantico"/>
                <a:cs typeface="Quantico"/>
                <a:sym typeface="Quantico"/>
              </a:defRPr>
            </a:lvl6pPr>
            <a:lvl7pPr lvl="6">
              <a:lnSpc>
                <a:spcPct val="80000"/>
              </a:lnSpc>
              <a:spcBef>
                <a:spcPts val="0"/>
              </a:spcBef>
              <a:spcAft>
                <a:spcPts val="0"/>
              </a:spcAft>
              <a:buSzPts val="3000"/>
              <a:buNone/>
              <a:defRPr sz="7500">
                <a:latin typeface="Quantico"/>
                <a:ea typeface="Quantico"/>
                <a:cs typeface="Quantico"/>
                <a:sym typeface="Quantico"/>
              </a:defRPr>
            </a:lvl7pPr>
            <a:lvl8pPr lvl="7">
              <a:lnSpc>
                <a:spcPct val="80000"/>
              </a:lnSpc>
              <a:spcBef>
                <a:spcPts val="0"/>
              </a:spcBef>
              <a:spcAft>
                <a:spcPts val="0"/>
              </a:spcAft>
              <a:buSzPts val="3000"/>
              <a:buNone/>
              <a:defRPr sz="7500">
                <a:latin typeface="Quantico"/>
                <a:ea typeface="Quantico"/>
                <a:cs typeface="Quantico"/>
                <a:sym typeface="Quantico"/>
              </a:defRPr>
            </a:lvl8pPr>
            <a:lvl9pPr lvl="8">
              <a:lnSpc>
                <a:spcPct val="80000"/>
              </a:lnSpc>
              <a:spcBef>
                <a:spcPts val="0"/>
              </a:spcBef>
              <a:spcAft>
                <a:spcPts val="0"/>
              </a:spcAft>
              <a:buSzPts val="3000"/>
              <a:buNone/>
              <a:defRPr sz="7500">
                <a:latin typeface="Quantico"/>
                <a:ea typeface="Quantico"/>
                <a:cs typeface="Quantico"/>
                <a:sym typeface="Quantico"/>
              </a:defRPr>
            </a:lvl9pPr>
          </a:lstStyle>
          <a:p/>
        </p:txBody>
      </p:sp>
      <p:sp>
        <p:nvSpPr>
          <p:cNvPr id="13" name="Google Shape;13;p2"/>
          <p:cNvSpPr txBox="1"/>
          <p:nvPr>
            <p:ph idx="1" type="subTitle"/>
          </p:nvPr>
        </p:nvSpPr>
        <p:spPr>
          <a:xfrm>
            <a:off x="958450" y="4298625"/>
            <a:ext cx="20085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100"/>
              <a:buNone/>
              <a:defRPr>
                <a:solidFill>
                  <a:schemeClr val="dk1"/>
                </a:solidFill>
              </a:defRPr>
            </a:lvl1pPr>
            <a:lvl2pPr lvl="1">
              <a:lnSpc>
                <a:spcPct val="115000"/>
              </a:lnSpc>
              <a:spcBef>
                <a:spcPts val="1000"/>
              </a:spcBef>
              <a:spcAft>
                <a:spcPts val="0"/>
              </a:spcAft>
              <a:buClr>
                <a:schemeClr val="dk1"/>
              </a:buClr>
              <a:buSzPts val="1100"/>
              <a:buNone/>
              <a:defRPr>
                <a:solidFill>
                  <a:schemeClr val="dk1"/>
                </a:solidFill>
              </a:defRPr>
            </a:lvl2pPr>
            <a:lvl3pPr lvl="2">
              <a:lnSpc>
                <a:spcPct val="115000"/>
              </a:lnSpc>
              <a:spcBef>
                <a:spcPts val="1000"/>
              </a:spcBef>
              <a:spcAft>
                <a:spcPts val="0"/>
              </a:spcAft>
              <a:buClr>
                <a:schemeClr val="dk1"/>
              </a:buClr>
              <a:buSzPts val="1100"/>
              <a:buNone/>
              <a:defRPr>
                <a:solidFill>
                  <a:schemeClr val="dk1"/>
                </a:solidFill>
              </a:defRPr>
            </a:lvl3pPr>
            <a:lvl4pPr lvl="3">
              <a:lnSpc>
                <a:spcPct val="115000"/>
              </a:lnSpc>
              <a:spcBef>
                <a:spcPts val="1000"/>
              </a:spcBef>
              <a:spcAft>
                <a:spcPts val="0"/>
              </a:spcAft>
              <a:buClr>
                <a:schemeClr val="dk1"/>
              </a:buClr>
              <a:buSzPts val="1100"/>
              <a:buNone/>
              <a:defRPr>
                <a:solidFill>
                  <a:schemeClr val="dk1"/>
                </a:solidFill>
              </a:defRPr>
            </a:lvl4pPr>
            <a:lvl5pPr lvl="4">
              <a:lnSpc>
                <a:spcPct val="115000"/>
              </a:lnSpc>
              <a:spcBef>
                <a:spcPts val="1000"/>
              </a:spcBef>
              <a:spcAft>
                <a:spcPts val="0"/>
              </a:spcAft>
              <a:buClr>
                <a:schemeClr val="dk1"/>
              </a:buClr>
              <a:buSzPts val="1100"/>
              <a:buNone/>
              <a:defRPr>
                <a:solidFill>
                  <a:schemeClr val="dk1"/>
                </a:solidFill>
              </a:defRPr>
            </a:lvl5pPr>
            <a:lvl6pPr lvl="5">
              <a:lnSpc>
                <a:spcPct val="115000"/>
              </a:lnSpc>
              <a:spcBef>
                <a:spcPts val="1000"/>
              </a:spcBef>
              <a:spcAft>
                <a:spcPts val="0"/>
              </a:spcAft>
              <a:buClr>
                <a:schemeClr val="dk1"/>
              </a:buClr>
              <a:buSzPts val="1100"/>
              <a:buNone/>
              <a:defRPr>
                <a:solidFill>
                  <a:schemeClr val="dk1"/>
                </a:solidFill>
              </a:defRPr>
            </a:lvl6pPr>
            <a:lvl7pPr lvl="6">
              <a:lnSpc>
                <a:spcPct val="115000"/>
              </a:lnSpc>
              <a:spcBef>
                <a:spcPts val="1000"/>
              </a:spcBef>
              <a:spcAft>
                <a:spcPts val="0"/>
              </a:spcAft>
              <a:buClr>
                <a:schemeClr val="dk1"/>
              </a:buClr>
              <a:buSzPts val="1100"/>
              <a:buNone/>
              <a:defRPr>
                <a:solidFill>
                  <a:schemeClr val="dk1"/>
                </a:solidFill>
              </a:defRPr>
            </a:lvl7pPr>
            <a:lvl8pPr lvl="7">
              <a:lnSpc>
                <a:spcPct val="115000"/>
              </a:lnSpc>
              <a:spcBef>
                <a:spcPts val="1000"/>
              </a:spcBef>
              <a:spcAft>
                <a:spcPts val="0"/>
              </a:spcAft>
              <a:buClr>
                <a:schemeClr val="dk1"/>
              </a:buClr>
              <a:buSzPts val="1100"/>
              <a:buNone/>
              <a:defRPr>
                <a:solidFill>
                  <a:schemeClr val="dk1"/>
                </a:solidFill>
              </a:defRPr>
            </a:lvl8pPr>
            <a:lvl9pPr lvl="8">
              <a:lnSpc>
                <a:spcPct val="115000"/>
              </a:lnSpc>
              <a:spcBef>
                <a:spcPts val="1000"/>
              </a:spcBef>
              <a:spcAft>
                <a:spcPts val="1000"/>
              </a:spcAft>
              <a:buClr>
                <a:schemeClr val="dk1"/>
              </a:buClr>
              <a:buSzPts val="1100"/>
              <a:buNone/>
              <a:defRPr>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
    <p:bg>
      <p:bgPr>
        <a:solidFill>
          <a:schemeClr val="lt1"/>
        </a:solidFill>
      </p:bgPr>
    </p:bg>
    <p:spTree>
      <p:nvGrpSpPr>
        <p:cNvPr id="14" name="Shape 14"/>
        <p:cNvGrpSpPr/>
        <p:nvPr/>
      </p:nvGrpSpPr>
      <p:grpSpPr>
        <a:xfrm>
          <a:off x="0" y="0"/>
          <a:ext cx="0" cy="0"/>
          <a:chOff x="0" y="0"/>
          <a:chExt cx="0" cy="0"/>
        </a:xfrm>
      </p:grpSpPr>
      <p:sp>
        <p:nvSpPr>
          <p:cNvPr id="15" name="Google Shape;15;p3"/>
          <p:cNvSpPr txBox="1"/>
          <p:nvPr>
            <p:ph idx="1" type="subTitle"/>
          </p:nvPr>
        </p:nvSpPr>
        <p:spPr>
          <a:xfrm>
            <a:off x="411875" y="389750"/>
            <a:ext cx="2237100" cy="816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1pPr>
            <a:lvl2pPr lvl="1">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9pPr>
          </a:lstStyle>
          <a:p/>
        </p:txBody>
      </p:sp>
      <p:sp>
        <p:nvSpPr>
          <p:cNvPr id="16" name="Google Shape;16;p3"/>
          <p:cNvSpPr txBox="1"/>
          <p:nvPr>
            <p:ph idx="2" type="subTitle"/>
          </p:nvPr>
        </p:nvSpPr>
        <p:spPr>
          <a:xfrm>
            <a:off x="3469838" y="218278"/>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17" name="Google Shape;17;p3"/>
          <p:cNvSpPr txBox="1"/>
          <p:nvPr>
            <p:ph idx="3" type="subTitle"/>
          </p:nvPr>
        </p:nvSpPr>
        <p:spPr>
          <a:xfrm>
            <a:off x="3469838" y="1064402"/>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18" name="Google Shape;18;p3"/>
          <p:cNvSpPr txBox="1"/>
          <p:nvPr>
            <p:ph idx="4" type="subTitle"/>
          </p:nvPr>
        </p:nvSpPr>
        <p:spPr>
          <a:xfrm>
            <a:off x="3469838" y="1923965"/>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19" name="Google Shape;19;p3"/>
          <p:cNvSpPr txBox="1"/>
          <p:nvPr>
            <p:ph idx="5" type="subTitle"/>
          </p:nvPr>
        </p:nvSpPr>
        <p:spPr>
          <a:xfrm>
            <a:off x="3469838" y="2810376"/>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20" name="Google Shape;20;p3"/>
          <p:cNvSpPr txBox="1"/>
          <p:nvPr>
            <p:ph idx="6" type="subTitle"/>
          </p:nvPr>
        </p:nvSpPr>
        <p:spPr>
          <a:xfrm>
            <a:off x="3469838" y="3646164"/>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21" name="Google Shape;21;p3"/>
          <p:cNvSpPr txBox="1"/>
          <p:nvPr>
            <p:ph idx="7" type="subTitle"/>
          </p:nvPr>
        </p:nvSpPr>
        <p:spPr>
          <a:xfrm>
            <a:off x="3469838" y="4530963"/>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1_1_1_1_1_1">
    <p:bg>
      <p:bgPr>
        <a:solidFill>
          <a:schemeClr val="accent2"/>
        </a:solidFill>
      </p:bgPr>
    </p:bg>
    <p:spTree>
      <p:nvGrpSpPr>
        <p:cNvPr id="22" name="Shape 22"/>
        <p:cNvGrpSpPr/>
        <p:nvPr/>
      </p:nvGrpSpPr>
      <p:grpSpPr>
        <a:xfrm>
          <a:off x="0" y="0"/>
          <a:ext cx="0" cy="0"/>
          <a:chOff x="0" y="0"/>
          <a:chExt cx="0" cy="0"/>
        </a:xfrm>
      </p:grpSpPr>
      <p:sp>
        <p:nvSpPr>
          <p:cNvPr id="23" name="Google Shape;23;p4"/>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4" name="Google Shape;24;p4"/>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5" name="Google Shape;25;p4"/>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6" name="Google Shape;26;p4"/>
          <p:cNvSpPr/>
          <p:nvPr/>
        </p:nvSpPr>
        <p:spPr>
          <a:xfrm>
            <a:off x="557100" y="5571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7" name="Google Shape;27;p4"/>
          <p:cNvSpPr txBox="1"/>
          <p:nvPr>
            <p:ph type="title"/>
          </p:nvPr>
        </p:nvSpPr>
        <p:spPr>
          <a:xfrm>
            <a:off x="941650" y="795275"/>
            <a:ext cx="2861400" cy="8166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3000"/>
              <a:buNone/>
              <a:defRPr sz="2400">
                <a:solidFill>
                  <a:schemeClr val="accent6"/>
                </a:solidFill>
              </a:defRPr>
            </a:lvl1pPr>
            <a:lvl2pPr lvl="1">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8" name="Google Shape;28;p4"/>
          <p:cNvSpPr txBox="1"/>
          <p:nvPr>
            <p:ph idx="2" type="title"/>
          </p:nvPr>
        </p:nvSpPr>
        <p:spPr>
          <a:xfrm>
            <a:off x="439960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29" name="Google Shape;29;p4"/>
          <p:cNvSpPr txBox="1"/>
          <p:nvPr>
            <p:ph idx="3" type="title"/>
          </p:nvPr>
        </p:nvSpPr>
        <p:spPr>
          <a:xfrm>
            <a:off x="649605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30" name="Google Shape;30;p4"/>
          <p:cNvSpPr txBox="1"/>
          <p:nvPr>
            <p:ph idx="4" type="title"/>
          </p:nvPr>
        </p:nvSpPr>
        <p:spPr>
          <a:xfrm>
            <a:off x="438560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31" name="Google Shape;31;p4"/>
          <p:cNvSpPr txBox="1"/>
          <p:nvPr>
            <p:ph idx="5" type="title"/>
          </p:nvPr>
        </p:nvSpPr>
        <p:spPr>
          <a:xfrm>
            <a:off x="649605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32" name="Google Shape;32;p4"/>
          <p:cNvSpPr txBox="1"/>
          <p:nvPr>
            <p:ph idx="6" type="title"/>
          </p:nvPr>
        </p:nvSpPr>
        <p:spPr>
          <a:xfrm>
            <a:off x="4423700"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3" name="Google Shape;33;p4"/>
          <p:cNvSpPr txBox="1"/>
          <p:nvPr>
            <p:ph idx="7" type="title"/>
          </p:nvPr>
        </p:nvSpPr>
        <p:spPr>
          <a:xfrm>
            <a:off x="6562725"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4" name="Google Shape;34;p4"/>
          <p:cNvSpPr txBox="1"/>
          <p:nvPr>
            <p:ph idx="8" type="title"/>
          </p:nvPr>
        </p:nvSpPr>
        <p:spPr>
          <a:xfrm>
            <a:off x="4423700" y="334170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5" name="Google Shape;35;p4"/>
          <p:cNvSpPr txBox="1"/>
          <p:nvPr>
            <p:ph idx="9" type="title"/>
          </p:nvPr>
        </p:nvSpPr>
        <p:spPr>
          <a:xfrm>
            <a:off x="6562725" y="3341688"/>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36" name="Google Shape;36;p4"/>
          <p:cNvSpPr txBox="1"/>
          <p:nvPr>
            <p:ph idx="13" type="title"/>
          </p:nvPr>
        </p:nvSpPr>
        <p:spPr>
          <a:xfrm>
            <a:off x="966700" y="1417525"/>
            <a:ext cx="2072700" cy="1705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1_1_1_1_1_1_1_1_1_1">
    <p:bg>
      <p:bgPr>
        <a:solidFill>
          <a:schemeClr val="dk2"/>
        </a:solidFill>
      </p:bgPr>
    </p:bg>
    <p:spTree>
      <p:nvGrpSpPr>
        <p:cNvPr id="37" name="Shape 37"/>
        <p:cNvGrpSpPr/>
        <p:nvPr/>
      </p:nvGrpSpPr>
      <p:grpSpPr>
        <a:xfrm>
          <a:off x="0" y="0"/>
          <a:ext cx="0" cy="0"/>
          <a:chOff x="0" y="0"/>
          <a:chExt cx="0" cy="0"/>
        </a:xfrm>
      </p:grpSpPr>
      <p:sp>
        <p:nvSpPr>
          <p:cNvPr id="38" name="Google Shape;38;p5"/>
          <p:cNvSpPr/>
          <p:nvPr/>
        </p:nvSpPr>
        <p:spPr>
          <a:xfrm>
            <a:off x="5404500" y="-50"/>
            <a:ext cx="37395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9" name="Google Shape;39;p5"/>
          <p:cNvSpPr/>
          <p:nvPr/>
        </p:nvSpPr>
        <p:spPr>
          <a:xfrm>
            <a:off x="0" y="1499700"/>
            <a:ext cx="9144000" cy="3645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0" name="Google Shape;40;p5"/>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41" name="Google Shape;41;p5"/>
          <p:cNvSpPr txBox="1"/>
          <p:nvPr>
            <p:ph idx="1" type="subTitle"/>
          </p:nvPr>
        </p:nvSpPr>
        <p:spPr>
          <a:xfrm>
            <a:off x="5792075" y="1776150"/>
            <a:ext cx="2799600" cy="30921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1pPr>
            <a:lvl2pPr lvl="1">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2pPr>
            <a:lvl3pPr lvl="2">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3pPr>
            <a:lvl4pPr lvl="3">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4pPr>
            <a:lvl5pPr lvl="4">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5pPr>
            <a:lvl6pPr lvl="5">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6pPr>
            <a:lvl7pPr lvl="6">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7pPr>
            <a:lvl8pPr lvl="7">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8pPr>
            <a:lvl9pPr lvl="8">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9pPr>
          </a:lstStyle>
          <a:p/>
        </p:txBody>
      </p:sp>
      <p:sp>
        <p:nvSpPr>
          <p:cNvPr id="42" name="Google Shape;42;p5"/>
          <p:cNvSpPr/>
          <p:nvPr>
            <p:ph idx="2" type="pic"/>
          </p:nvPr>
        </p:nvSpPr>
        <p:spPr>
          <a:xfrm>
            <a:off x="1801500" y="1497750"/>
            <a:ext cx="1801500" cy="1822500"/>
          </a:xfrm>
          <a:prstGeom prst="snip1Rect">
            <a:avLst>
              <a:gd fmla="val 17337" name="adj"/>
            </a:avLst>
          </a:prstGeom>
          <a:noFill/>
          <a:ln>
            <a:noFill/>
          </a:ln>
        </p:spPr>
      </p:sp>
      <p:sp>
        <p:nvSpPr>
          <p:cNvPr id="43" name="Google Shape;43;p5"/>
          <p:cNvSpPr/>
          <p:nvPr>
            <p:ph idx="3" type="pic"/>
          </p:nvPr>
        </p:nvSpPr>
        <p:spPr>
          <a:xfrm>
            <a:off x="1801500" y="3320250"/>
            <a:ext cx="1801500" cy="1822500"/>
          </a:xfrm>
          <a:prstGeom prst="snip1Rect">
            <a:avLst>
              <a:gd fmla="val 17337" name="adj"/>
            </a:avLst>
          </a:prstGeom>
          <a:noFill/>
          <a:ln>
            <a:noFill/>
          </a:ln>
        </p:spPr>
      </p:sp>
      <p:sp>
        <p:nvSpPr>
          <p:cNvPr id="44" name="Google Shape;44;p5"/>
          <p:cNvSpPr/>
          <p:nvPr>
            <p:ph idx="4" type="pic"/>
          </p:nvPr>
        </p:nvSpPr>
        <p:spPr>
          <a:xfrm>
            <a:off x="0" y="1497750"/>
            <a:ext cx="1801500" cy="1822500"/>
          </a:xfrm>
          <a:prstGeom prst="snip1Rect">
            <a:avLst>
              <a:gd fmla="val 17337" name="adj"/>
            </a:avLst>
          </a:prstGeom>
          <a:noFill/>
          <a:ln>
            <a:noFill/>
          </a:ln>
        </p:spPr>
      </p:sp>
      <p:sp>
        <p:nvSpPr>
          <p:cNvPr id="45" name="Google Shape;45;p5"/>
          <p:cNvSpPr/>
          <p:nvPr>
            <p:ph idx="5" type="pic"/>
          </p:nvPr>
        </p:nvSpPr>
        <p:spPr>
          <a:xfrm>
            <a:off x="0" y="3320250"/>
            <a:ext cx="1801500" cy="1822500"/>
          </a:xfrm>
          <a:prstGeom prst="snip1Rect">
            <a:avLst>
              <a:gd fmla="val 17337" name="adj"/>
            </a:avLst>
          </a:prstGeom>
          <a:noFill/>
          <a:ln>
            <a:noFill/>
          </a:ln>
        </p:spPr>
      </p:sp>
      <p:sp>
        <p:nvSpPr>
          <p:cNvPr id="46" name="Google Shape;46;p5"/>
          <p:cNvSpPr/>
          <p:nvPr>
            <p:ph idx="6" type="pic"/>
          </p:nvPr>
        </p:nvSpPr>
        <p:spPr>
          <a:xfrm>
            <a:off x="3603000" y="1497750"/>
            <a:ext cx="1801500" cy="1822500"/>
          </a:xfrm>
          <a:prstGeom prst="snip1Rect">
            <a:avLst>
              <a:gd fmla="val 17337" name="adj"/>
            </a:avLst>
          </a:prstGeom>
          <a:noFill/>
          <a:ln>
            <a:noFill/>
          </a:ln>
        </p:spPr>
      </p:sp>
      <p:sp>
        <p:nvSpPr>
          <p:cNvPr id="47" name="Google Shape;47;p5"/>
          <p:cNvSpPr/>
          <p:nvPr>
            <p:ph idx="7" type="pic"/>
          </p:nvPr>
        </p:nvSpPr>
        <p:spPr>
          <a:xfrm>
            <a:off x="3603000" y="3320250"/>
            <a:ext cx="1801500" cy="1822500"/>
          </a:xfrm>
          <a:prstGeom prst="snip1Rect">
            <a:avLst>
              <a:gd fmla="val 17337" name="adj"/>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3">
  <p:cSld name="BLANK_1_1_1_1_1_1_1_1_1_1_1_1">
    <p:bg>
      <p:bgPr>
        <a:solidFill>
          <a:schemeClr val="lt1"/>
        </a:solidFill>
      </p:bgPr>
    </p:bg>
    <p:spTree>
      <p:nvGrpSpPr>
        <p:cNvPr id="48" name="Shape 48"/>
        <p:cNvGrpSpPr/>
        <p:nvPr/>
      </p:nvGrpSpPr>
      <p:grpSpPr>
        <a:xfrm>
          <a:off x="0" y="0"/>
          <a:ext cx="0" cy="0"/>
          <a:chOff x="0" y="0"/>
          <a:chExt cx="0" cy="0"/>
        </a:xfrm>
      </p:grpSpPr>
      <p:sp>
        <p:nvSpPr>
          <p:cNvPr id="49" name="Google Shape;49;p6"/>
          <p:cNvSpPr/>
          <p:nvPr/>
        </p:nvSpPr>
        <p:spPr>
          <a:xfrm>
            <a:off x="5404500" y="-50"/>
            <a:ext cx="3739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0" name="Google Shape;50;p6"/>
          <p:cNvSpPr/>
          <p:nvPr/>
        </p:nvSpPr>
        <p:spPr>
          <a:xfrm>
            <a:off x="0" y="1499700"/>
            <a:ext cx="9144000" cy="364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1" name="Google Shape;51;p6"/>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52" name="Google Shape;52;p6"/>
          <p:cNvSpPr txBox="1"/>
          <p:nvPr>
            <p:ph type="title"/>
          </p:nvPr>
        </p:nvSpPr>
        <p:spPr>
          <a:xfrm>
            <a:off x="5821575" y="1709925"/>
            <a:ext cx="2882700" cy="627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600"/>
              <a:buFont typeface="Lato"/>
              <a:buNone/>
              <a:defRPr b="1" sz="2400">
                <a:latin typeface="Lato"/>
                <a:ea typeface="Lato"/>
                <a:cs typeface="Lato"/>
                <a:sym typeface="Lato"/>
              </a:defRPr>
            </a:lvl1pPr>
            <a:lvl2pPr lvl="1">
              <a:lnSpc>
                <a:spcPct val="80000"/>
              </a:lnSpc>
              <a:spcBef>
                <a:spcPts val="0"/>
              </a:spcBef>
              <a:spcAft>
                <a:spcPts val="0"/>
              </a:spcAft>
              <a:buClr>
                <a:schemeClr val="dk1"/>
              </a:buClr>
              <a:buSzPts val="3000"/>
              <a:buNone/>
              <a:defRPr sz="1800">
                <a:latin typeface="Quantico"/>
                <a:ea typeface="Quantico"/>
                <a:cs typeface="Quantico"/>
                <a:sym typeface="Quantico"/>
              </a:defRPr>
            </a:lvl2pPr>
            <a:lvl3pPr lvl="2">
              <a:lnSpc>
                <a:spcPct val="80000"/>
              </a:lnSpc>
              <a:spcBef>
                <a:spcPts val="0"/>
              </a:spcBef>
              <a:spcAft>
                <a:spcPts val="0"/>
              </a:spcAft>
              <a:buClr>
                <a:schemeClr val="dk1"/>
              </a:buClr>
              <a:buSzPts val="3000"/>
              <a:buNone/>
              <a:defRPr sz="1800">
                <a:latin typeface="Quantico"/>
                <a:ea typeface="Quantico"/>
                <a:cs typeface="Quantico"/>
                <a:sym typeface="Quantico"/>
              </a:defRPr>
            </a:lvl3pPr>
            <a:lvl4pPr lvl="3">
              <a:lnSpc>
                <a:spcPct val="80000"/>
              </a:lnSpc>
              <a:spcBef>
                <a:spcPts val="0"/>
              </a:spcBef>
              <a:spcAft>
                <a:spcPts val="0"/>
              </a:spcAft>
              <a:buClr>
                <a:schemeClr val="dk1"/>
              </a:buClr>
              <a:buSzPts val="3000"/>
              <a:buNone/>
              <a:defRPr sz="1800">
                <a:latin typeface="Quantico"/>
                <a:ea typeface="Quantico"/>
                <a:cs typeface="Quantico"/>
                <a:sym typeface="Quantico"/>
              </a:defRPr>
            </a:lvl4pPr>
            <a:lvl5pPr lvl="4">
              <a:lnSpc>
                <a:spcPct val="80000"/>
              </a:lnSpc>
              <a:spcBef>
                <a:spcPts val="0"/>
              </a:spcBef>
              <a:spcAft>
                <a:spcPts val="0"/>
              </a:spcAft>
              <a:buClr>
                <a:schemeClr val="dk1"/>
              </a:buClr>
              <a:buSzPts val="3000"/>
              <a:buNone/>
              <a:defRPr sz="1800">
                <a:latin typeface="Quantico"/>
                <a:ea typeface="Quantico"/>
                <a:cs typeface="Quantico"/>
                <a:sym typeface="Quantico"/>
              </a:defRPr>
            </a:lvl5pPr>
            <a:lvl6pPr lvl="5">
              <a:lnSpc>
                <a:spcPct val="80000"/>
              </a:lnSpc>
              <a:spcBef>
                <a:spcPts val="0"/>
              </a:spcBef>
              <a:spcAft>
                <a:spcPts val="0"/>
              </a:spcAft>
              <a:buClr>
                <a:schemeClr val="dk1"/>
              </a:buClr>
              <a:buSzPts val="3000"/>
              <a:buNone/>
              <a:defRPr sz="1800">
                <a:latin typeface="Quantico"/>
                <a:ea typeface="Quantico"/>
                <a:cs typeface="Quantico"/>
                <a:sym typeface="Quantico"/>
              </a:defRPr>
            </a:lvl6pPr>
            <a:lvl7pPr lvl="6">
              <a:lnSpc>
                <a:spcPct val="80000"/>
              </a:lnSpc>
              <a:spcBef>
                <a:spcPts val="0"/>
              </a:spcBef>
              <a:spcAft>
                <a:spcPts val="0"/>
              </a:spcAft>
              <a:buClr>
                <a:schemeClr val="dk1"/>
              </a:buClr>
              <a:buSzPts val="3000"/>
              <a:buNone/>
              <a:defRPr sz="1800">
                <a:latin typeface="Quantico"/>
                <a:ea typeface="Quantico"/>
                <a:cs typeface="Quantico"/>
                <a:sym typeface="Quantico"/>
              </a:defRPr>
            </a:lvl7pPr>
            <a:lvl8pPr lvl="7">
              <a:lnSpc>
                <a:spcPct val="80000"/>
              </a:lnSpc>
              <a:spcBef>
                <a:spcPts val="0"/>
              </a:spcBef>
              <a:spcAft>
                <a:spcPts val="0"/>
              </a:spcAft>
              <a:buClr>
                <a:schemeClr val="dk1"/>
              </a:buClr>
              <a:buSzPts val="3000"/>
              <a:buNone/>
              <a:defRPr sz="1800">
                <a:latin typeface="Quantico"/>
                <a:ea typeface="Quantico"/>
                <a:cs typeface="Quantico"/>
                <a:sym typeface="Quantico"/>
              </a:defRPr>
            </a:lvl8pPr>
            <a:lvl9pPr lvl="8">
              <a:lnSpc>
                <a:spcPct val="80000"/>
              </a:lnSpc>
              <a:spcBef>
                <a:spcPts val="0"/>
              </a:spcBef>
              <a:spcAft>
                <a:spcPts val="0"/>
              </a:spcAft>
              <a:buClr>
                <a:schemeClr val="dk1"/>
              </a:buClr>
              <a:buSzPts val="3000"/>
              <a:buNone/>
              <a:defRPr sz="1800">
                <a:latin typeface="Quantico"/>
                <a:ea typeface="Quantico"/>
                <a:cs typeface="Quantico"/>
                <a:sym typeface="Quantico"/>
              </a:defRPr>
            </a:lvl9pPr>
          </a:lstStyle>
          <a:p/>
        </p:txBody>
      </p:sp>
      <p:sp>
        <p:nvSpPr>
          <p:cNvPr id="53" name="Google Shape;53;p6"/>
          <p:cNvSpPr txBox="1"/>
          <p:nvPr>
            <p:ph idx="2" type="title"/>
          </p:nvPr>
        </p:nvSpPr>
        <p:spPr>
          <a:xfrm>
            <a:off x="516600" y="486575"/>
            <a:ext cx="3823500" cy="678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200"/>
              <a:buNone/>
              <a:defRPr sz="2400">
                <a:solidFill>
                  <a:schemeClr val="accent6"/>
                </a:solidFill>
              </a:defRPr>
            </a:lvl1pPr>
            <a:lvl2pPr lvl="1">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9pPr>
          </a:lstStyle>
          <a:p/>
        </p:txBody>
      </p:sp>
      <p:sp>
        <p:nvSpPr>
          <p:cNvPr id="54" name="Google Shape;54;p6"/>
          <p:cNvSpPr txBox="1"/>
          <p:nvPr>
            <p:ph idx="1" type="subTitle"/>
          </p:nvPr>
        </p:nvSpPr>
        <p:spPr>
          <a:xfrm>
            <a:off x="5821575" y="2476500"/>
            <a:ext cx="2019900" cy="455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55" name="Google Shape;55;p6"/>
          <p:cNvSpPr txBox="1"/>
          <p:nvPr>
            <p:ph idx="3" type="title"/>
          </p:nvPr>
        </p:nvSpPr>
        <p:spPr>
          <a:xfrm>
            <a:off x="5810125" y="3070875"/>
            <a:ext cx="2388600" cy="529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lvl1pPr>
            <a:lvl2pPr lvl="1">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2pPr>
            <a:lvl3pPr lvl="2">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3pPr>
            <a:lvl4pPr lvl="3">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4pPr>
            <a:lvl5pPr lvl="4">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5pPr>
            <a:lvl6pPr lvl="5">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6pPr>
            <a:lvl7pPr lvl="6">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7pPr>
            <a:lvl8pPr lvl="7">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8pPr>
            <a:lvl9pPr lvl="8">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9pPr>
          </a:lstStyle>
          <a:p/>
        </p:txBody>
      </p:sp>
      <p:sp>
        <p:nvSpPr>
          <p:cNvPr id="56" name="Google Shape;56;p6"/>
          <p:cNvSpPr txBox="1"/>
          <p:nvPr>
            <p:ph idx="4" type="subTitle"/>
          </p:nvPr>
        </p:nvSpPr>
        <p:spPr>
          <a:xfrm>
            <a:off x="5821575" y="34260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57" name="Google Shape;57;p6"/>
          <p:cNvSpPr/>
          <p:nvPr>
            <p:ph idx="5" type="pic"/>
          </p:nvPr>
        </p:nvSpPr>
        <p:spPr>
          <a:xfrm>
            <a:off x="0" y="1502400"/>
            <a:ext cx="5404500" cy="3639600"/>
          </a:xfrm>
          <a:prstGeom prst="snip1Rect">
            <a:avLst>
              <a:gd fmla="val 16026" name="adj"/>
            </a:avLst>
          </a:prstGeom>
          <a:noFill/>
          <a:ln>
            <a:noFill/>
          </a:ln>
        </p:spPr>
      </p:sp>
      <p:sp>
        <p:nvSpPr>
          <p:cNvPr id="58" name="Google Shape;58;p6"/>
          <p:cNvSpPr txBox="1"/>
          <p:nvPr>
            <p:ph idx="6" type="subTitle"/>
          </p:nvPr>
        </p:nvSpPr>
        <p:spPr>
          <a:xfrm>
            <a:off x="5794900" y="4333425"/>
            <a:ext cx="2718300" cy="354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solidFill>
                  <a:schemeClr val="dk1"/>
                </a:solidFill>
                <a:latin typeface="Quantico"/>
                <a:ea typeface="Quantico"/>
                <a:cs typeface="Quantico"/>
                <a:sym typeface="Quantico"/>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59" name="Google Shape;59;p6"/>
          <p:cNvSpPr txBox="1"/>
          <p:nvPr>
            <p:ph idx="7" type="subTitle"/>
          </p:nvPr>
        </p:nvSpPr>
        <p:spPr>
          <a:xfrm>
            <a:off x="5821575" y="45014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5 ">
  <p:cSld name="BLANK_1_1_1_1_1_1_1">
    <p:bg>
      <p:bgPr>
        <a:solidFill>
          <a:schemeClr val="accent5"/>
        </a:solidFill>
      </p:bgPr>
    </p:bg>
    <p:spTree>
      <p:nvGrpSpPr>
        <p:cNvPr id="60" name="Shape 60"/>
        <p:cNvGrpSpPr/>
        <p:nvPr/>
      </p:nvGrpSpPr>
      <p:grpSpPr>
        <a:xfrm>
          <a:off x="0" y="0"/>
          <a:ext cx="0" cy="0"/>
          <a:chOff x="0" y="0"/>
          <a:chExt cx="0" cy="0"/>
        </a:xfrm>
      </p:grpSpPr>
      <p:sp>
        <p:nvSpPr>
          <p:cNvPr id="61" name="Google Shape;61;p7"/>
          <p:cNvSpPr/>
          <p:nvPr/>
        </p:nvSpPr>
        <p:spPr>
          <a:xfrm>
            <a:off x="731650" y="619550"/>
            <a:ext cx="84123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2" name="Google Shape;62;p7"/>
          <p:cNvSpPr txBox="1"/>
          <p:nvPr>
            <p:ph type="title"/>
          </p:nvPr>
        </p:nvSpPr>
        <p:spPr>
          <a:xfrm>
            <a:off x="920550" y="904500"/>
            <a:ext cx="7226700" cy="9087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63" name="Google Shape;63;p7"/>
          <p:cNvSpPr txBox="1"/>
          <p:nvPr>
            <p:ph idx="2" type="title"/>
          </p:nvPr>
        </p:nvSpPr>
        <p:spPr>
          <a:xfrm>
            <a:off x="920550" y="1881950"/>
            <a:ext cx="5228400" cy="194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64" name="Google Shape;64;p7"/>
          <p:cNvSpPr txBox="1"/>
          <p:nvPr>
            <p:ph idx="1" type="subTitle"/>
          </p:nvPr>
        </p:nvSpPr>
        <p:spPr>
          <a:xfrm>
            <a:off x="920550" y="4518700"/>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sz="900">
                <a:solidFill>
                  <a:schemeClr val="dk1"/>
                </a:solidFill>
              </a:defRPr>
            </a:lvl1pPr>
            <a:lvl2pPr lvl="1">
              <a:lnSpc>
                <a:spcPct val="115000"/>
              </a:lnSpc>
              <a:spcBef>
                <a:spcPts val="1000"/>
              </a:spcBef>
              <a:spcAft>
                <a:spcPts val="0"/>
              </a:spcAft>
              <a:buClr>
                <a:schemeClr val="dk1"/>
              </a:buClr>
              <a:buSzPts val="1000"/>
              <a:buFont typeface="Lato"/>
              <a:buNone/>
              <a:defRPr sz="900">
                <a:solidFill>
                  <a:schemeClr val="dk1"/>
                </a:solidFill>
              </a:defRPr>
            </a:lvl2pPr>
            <a:lvl3pPr lvl="2">
              <a:lnSpc>
                <a:spcPct val="115000"/>
              </a:lnSpc>
              <a:spcBef>
                <a:spcPts val="1000"/>
              </a:spcBef>
              <a:spcAft>
                <a:spcPts val="0"/>
              </a:spcAft>
              <a:buClr>
                <a:schemeClr val="dk1"/>
              </a:buClr>
              <a:buSzPts val="1000"/>
              <a:buFont typeface="Lato"/>
              <a:buNone/>
              <a:defRPr sz="900">
                <a:solidFill>
                  <a:schemeClr val="dk1"/>
                </a:solidFill>
              </a:defRPr>
            </a:lvl3pPr>
            <a:lvl4pPr lvl="3">
              <a:lnSpc>
                <a:spcPct val="115000"/>
              </a:lnSpc>
              <a:spcBef>
                <a:spcPts val="1000"/>
              </a:spcBef>
              <a:spcAft>
                <a:spcPts val="0"/>
              </a:spcAft>
              <a:buClr>
                <a:schemeClr val="dk1"/>
              </a:buClr>
              <a:buSzPts val="1000"/>
              <a:buFont typeface="Lato"/>
              <a:buNone/>
              <a:defRPr sz="900">
                <a:solidFill>
                  <a:schemeClr val="dk1"/>
                </a:solidFill>
              </a:defRPr>
            </a:lvl4pPr>
            <a:lvl5pPr lvl="4">
              <a:lnSpc>
                <a:spcPct val="115000"/>
              </a:lnSpc>
              <a:spcBef>
                <a:spcPts val="1000"/>
              </a:spcBef>
              <a:spcAft>
                <a:spcPts val="0"/>
              </a:spcAft>
              <a:buClr>
                <a:schemeClr val="dk1"/>
              </a:buClr>
              <a:buSzPts val="1000"/>
              <a:buFont typeface="Lato"/>
              <a:buNone/>
              <a:defRPr sz="900">
                <a:solidFill>
                  <a:schemeClr val="dk1"/>
                </a:solidFill>
              </a:defRPr>
            </a:lvl5pPr>
            <a:lvl6pPr lvl="5">
              <a:lnSpc>
                <a:spcPct val="115000"/>
              </a:lnSpc>
              <a:spcBef>
                <a:spcPts val="1000"/>
              </a:spcBef>
              <a:spcAft>
                <a:spcPts val="0"/>
              </a:spcAft>
              <a:buClr>
                <a:schemeClr val="dk1"/>
              </a:buClr>
              <a:buSzPts val="1000"/>
              <a:buFont typeface="Lato"/>
              <a:buNone/>
              <a:defRPr sz="900">
                <a:solidFill>
                  <a:schemeClr val="dk1"/>
                </a:solidFill>
              </a:defRPr>
            </a:lvl6pPr>
            <a:lvl7pPr lvl="6">
              <a:lnSpc>
                <a:spcPct val="115000"/>
              </a:lnSpc>
              <a:spcBef>
                <a:spcPts val="1000"/>
              </a:spcBef>
              <a:spcAft>
                <a:spcPts val="0"/>
              </a:spcAft>
              <a:buClr>
                <a:schemeClr val="dk1"/>
              </a:buClr>
              <a:buSzPts val="1000"/>
              <a:buFont typeface="Lato"/>
              <a:buNone/>
              <a:defRPr sz="900">
                <a:solidFill>
                  <a:schemeClr val="dk1"/>
                </a:solidFill>
              </a:defRPr>
            </a:lvl7pPr>
            <a:lvl8pPr lvl="7">
              <a:lnSpc>
                <a:spcPct val="115000"/>
              </a:lnSpc>
              <a:spcBef>
                <a:spcPts val="1000"/>
              </a:spcBef>
              <a:spcAft>
                <a:spcPts val="0"/>
              </a:spcAft>
              <a:buClr>
                <a:schemeClr val="dk1"/>
              </a:buClr>
              <a:buSzPts val="1000"/>
              <a:buFont typeface="Lato"/>
              <a:buNone/>
              <a:defRPr sz="900">
                <a:solidFill>
                  <a:schemeClr val="dk1"/>
                </a:solidFill>
              </a:defRPr>
            </a:lvl8pPr>
            <a:lvl9pPr lvl="8">
              <a:lnSpc>
                <a:spcPct val="115000"/>
              </a:lnSpc>
              <a:spcBef>
                <a:spcPts val="1000"/>
              </a:spcBef>
              <a:spcAft>
                <a:spcPts val="1000"/>
              </a:spcAft>
              <a:buClr>
                <a:schemeClr val="dk1"/>
              </a:buClr>
              <a:buSzPts val="1000"/>
              <a:buFont typeface="Lato"/>
              <a:buNone/>
              <a:defRPr sz="900">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6">
  <p:cSld name="BLANK_1_1_1_1_1_1_2">
    <p:bg>
      <p:bgPr>
        <a:solidFill>
          <a:schemeClr val="accent2"/>
        </a:solidFill>
      </p:bgPr>
    </p:bg>
    <p:spTree>
      <p:nvGrpSpPr>
        <p:cNvPr id="65" name="Shape 65"/>
        <p:cNvGrpSpPr/>
        <p:nvPr/>
      </p:nvGrpSpPr>
      <p:grpSpPr>
        <a:xfrm>
          <a:off x="0" y="0"/>
          <a:ext cx="0" cy="0"/>
          <a:chOff x="0" y="0"/>
          <a:chExt cx="0" cy="0"/>
        </a:xfrm>
      </p:grpSpPr>
      <p:sp>
        <p:nvSpPr>
          <p:cNvPr id="66" name="Google Shape;66;p8"/>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7" name="Google Shape;67;p8"/>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8" name="Google Shape;68;p8"/>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69" name="Google Shape;69;p8"/>
          <p:cNvSpPr/>
          <p:nvPr/>
        </p:nvSpPr>
        <p:spPr>
          <a:xfrm>
            <a:off x="557100" y="5607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0" name="Google Shape;70;p8"/>
          <p:cNvSpPr txBox="1"/>
          <p:nvPr>
            <p:ph type="title"/>
          </p:nvPr>
        </p:nvSpPr>
        <p:spPr>
          <a:xfrm>
            <a:off x="910650" y="1462775"/>
            <a:ext cx="7349400" cy="25134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4800"/>
              <a:buNone/>
              <a:defRPr sz="4800">
                <a:solidFill>
                  <a:schemeClr val="accent6"/>
                </a:solidFill>
              </a:defRPr>
            </a:lvl1pPr>
            <a:lvl2pPr lvl="1">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9pPr>
          </a:lstStyle>
          <a:p/>
        </p:txBody>
      </p:sp>
      <p:sp>
        <p:nvSpPr>
          <p:cNvPr id="71" name="Google Shape;71;p8"/>
          <p:cNvSpPr txBox="1"/>
          <p:nvPr>
            <p:ph idx="1" type="subTitle"/>
          </p:nvPr>
        </p:nvSpPr>
        <p:spPr>
          <a:xfrm>
            <a:off x="948750" y="4188925"/>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sz="900">
                <a:solidFill>
                  <a:schemeClr val="accent6"/>
                </a:solidFill>
              </a:defRPr>
            </a:lvl1pPr>
            <a:lvl2pPr lvl="1">
              <a:lnSpc>
                <a:spcPct val="115000"/>
              </a:lnSpc>
              <a:spcBef>
                <a:spcPts val="1000"/>
              </a:spcBef>
              <a:spcAft>
                <a:spcPts val="0"/>
              </a:spcAft>
              <a:buClr>
                <a:schemeClr val="accent6"/>
              </a:buClr>
              <a:buSzPts val="1000"/>
              <a:buFont typeface="Lato"/>
              <a:buNone/>
              <a:defRPr sz="900">
                <a:solidFill>
                  <a:schemeClr val="accent6"/>
                </a:solidFill>
              </a:defRPr>
            </a:lvl2pPr>
            <a:lvl3pPr lvl="2">
              <a:lnSpc>
                <a:spcPct val="115000"/>
              </a:lnSpc>
              <a:spcBef>
                <a:spcPts val="1000"/>
              </a:spcBef>
              <a:spcAft>
                <a:spcPts val="0"/>
              </a:spcAft>
              <a:buClr>
                <a:schemeClr val="accent6"/>
              </a:buClr>
              <a:buSzPts val="1000"/>
              <a:buFont typeface="Lato"/>
              <a:buNone/>
              <a:defRPr sz="900">
                <a:solidFill>
                  <a:schemeClr val="accent6"/>
                </a:solidFill>
              </a:defRPr>
            </a:lvl3pPr>
            <a:lvl4pPr lvl="3">
              <a:lnSpc>
                <a:spcPct val="115000"/>
              </a:lnSpc>
              <a:spcBef>
                <a:spcPts val="1000"/>
              </a:spcBef>
              <a:spcAft>
                <a:spcPts val="0"/>
              </a:spcAft>
              <a:buClr>
                <a:schemeClr val="accent6"/>
              </a:buClr>
              <a:buSzPts val="1000"/>
              <a:buFont typeface="Lato"/>
              <a:buNone/>
              <a:defRPr sz="900">
                <a:solidFill>
                  <a:schemeClr val="accent6"/>
                </a:solidFill>
              </a:defRPr>
            </a:lvl4pPr>
            <a:lvl5pPr lvl="4">
              <a:lnSpc>
                <a:spcPct val="115000"/>
              </a:lnSpc>
              <a:spcBef>
                <a:spcPts val="1000"/>
              </a:spcBef>
              <a:spcAft>
                <a:spcPts val="0"/>
              </a:spcAft>
              <a:buClr>
                <a:schemeClr val="accent6"/>
              </a:buClr>
              <a:buSzPts val="1000"/>
              <a:buFont typeface="Lato"/>
              <a:buNone/>
              <a:defRPr sz="900">
                <a:solidFill>
                  <a:schemeClr val="accent6"/>
                </a:solidFill>
              </a:defRPr>
            </a:lvl5pPr>
            <a:lvl6pPr lvl="5">
              <a:lnSpc>
                <a:spcPct val="115000"/>
              </a:lnSpc>
              <a:spcBef>
                <a:spcPts val="1000"/>
              </a:spcBef>
              <a:spcAft>
                <a:spcPts val="0"/>
              </a:spcAft>
              <a:buClr>
                <a:schemeClr val="accent6"/>
              </a:buClr>
              <a:buSzPts val="1000"/>
              <a:buFont typeface="Lato"/>
              <a:buNone/>
              <a:defRPr sz="900">
                <a:solidFill>
                  <a:schemeClr val="accent6"/>
                </a:solidFill>
              </a:defRPr>
            </a:lvl6pPr>
            <a:lvl7pPr lvl="6">
              <a:lnSpc>
                <a:spcPct val="115000"/>
              </a:lnSpc>
              <a:spcBef>
                <a:spcPts val="1000"/>
              </a:spcBef>
              <a:spcAft>
                <a:spcPts val="0"/>
              </a:spcAft>
              <a:buClr>
                <a:schemeClr val="accent6"/>
              </a:buClr>
              <a:buSzPts val="1000"/>
              <a:buFont typeface="Lato"/>
              <a:buNone/>
              <a:defRPr sz="900">
                <a:solidFill>
                  <a:schemeClr val="accent6"/>
                </a:solidFill>
              </a:defRPr>
            </a:lvl7pPr>
            <a:lvl8pPr lvl="7">
              <a:lnSpc>
                <a:spcPct val="115000"/>
              </a:lnSpc>
              <a:spcBef>
                <a:spcPts val="1000"/>
              </a:spcBef>
              <a:spcAft>
                <a:spcPts val="0"/>
              </a:spcAft>
              <a:buClr>
                <a:schemeClr val="accent6"/>
              </a:buClr>
              <a:buSzPts val="1000"/>
              <a:buFont typeface="Lato"/>
              <a:buNone/>
              <a:defRPr sz="900">
                <a:solidFill>
                  <a:schemeClr val="accent6"/>
                </a:solidFill>
              </a:defRPr>
            </a:lvl8pPr>
            <a:lvl9pPr lvl="8">
              <a:lnSpc>
                <a:spcPct val="115000"/>
              </a:lnSpc>
              <a:spcBef>
                <a:spcPts val="1000"/>
              </a:spcBef>
              <a:spcAft>
                <a:spcPts val="1000"/>
              </a:spcAft>
              <a:buClr>
                <a:schemeClr val="accent6"/>
              </a:buClr>
              <a:buSzPts val="1000"/>
              <a:buFont typeface="Lato"/>
              <a:buNone/>
              <a:defRPr sz="900">
                <a:solidFill>
                  <a:schemeClr val="accent6"/>
                </a:solidFill>
              </a:defRPr>
            </a:lvl9pPr>
          </a:lstStyle>
          <a:p/>
        </p:txBody>
      </p:sp>
      <p:sp>
        <p:nvSpPr>
          <p:cNvPr id="72" name="Google Shape;72;p8"/>
          <p:cNvSpPr txBox="1"/>
          <p:nvPr>
            <p:ph idx="2" type="title"/>
          </p:nvPr>
        </p:nvSpPr>
        <p:spPr>
          <a:xfrm>
            <a:off x="948750" y="930950"/>
            <a:ext cx="7311300" cy="315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3"/>
              </a:buClr>
              <a:buSzPts val="2400"/>
              <a:buNone/>
              <a:defRPr sz="2400">
                <a:solidFill>
                  <a:schemeClr val="accent3"/>
                </a:solidFill>
              </a:defRPr>
            </a:lvl1pPr>
            <a:lvl2pPr lvl="1">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2pPr>
            <a:lvl3pPr lvl="2">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3pPr>
            <a:lvl4pPr lvl="3">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4pPr>
            <a:lvl5pPr lvl="4">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5pPr>
            <a:lvl6pPr lvl="5">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6pPr>
            <a:lvl7pPr lvl="6">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7pPr>
            <a:lvl8pPr lvl="7">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8pPr>
            <a:lvl9pPr lvl="8">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7 ">
  <p:cSld name="CUSTOM_11">
    <p:bg>
      <p:bgPr>
        <a:solidFill>
          <a:schemeClr val="lt2"/>
        </a:solidFill>
      </p:bgPr>
    </p:bg>
    <p:spTree>
      <p:nvGrpSpPr>
        <p:cNvPr id="73" name="Shape 73"/>
        <p:cNvGrpSpPr/>
        <p:nvPr/>
      </p:nvGrpSpPr>
      <p:grpSpPr>
        <a:xfrm>
          <a:off x="0" y="0"/>
          <a:ext cx="0" cy="0"/>
          <a:chOff x="0" y="0"/>
          <a:chExt cx="0" cy="0"/>
        </a:xfrm>
      </p:grpSpPr>
      <p:sp>
        <p:nvSpPr>
          <p:cNvPr id="74" name="Google Shape;74;p9"/>
          <p:cNvSpPr/>
          <p:nvPr/>
        </p:nvSpPr>
        <p:spPr>
          <a:xfrm>
            <a:off x="5444100" y="2728350"/>
            <a:ext cx="2952300" cy="2033400"/>
          </a:xfrm>
          <a:prstGeom prst="snip1Rect">
            <a:avLst>
              <a:gd fmla="val 1390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75" name="Google Shape;75;p9"/>
          <p:cNvSpPr/>
          <p:nvPr/>
        </p:nvSpPr>
        <p:spPr>
          <a:xfrm>
            <a:off x="0" y="0"/>
            <a:ext cx="9144000" cy="4236000"/>
          </a:xfrm>
          <a:prstGeom prst="snip1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76" name="Google Shape;76;p9"/>
          <p:cNvSpPr/>
          <p:nvPr/>
        </p:nvSpPr>
        <p:spPr>
          <a:xfrm>
            <a:off x="5448300" y="694950"/>
            <a:ext cx="2952300" cy="2033400"/>
          </a:xfrm>
          <a:prstGeom prst="snip1Rect">
            <a:avLst>
              <a:gd fmla="val 13900"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77" name="Google Shape;77;p9"/>
          <p:cNvSpPr/>
          <p:nvPr/>
        </p:nvSpPr>
        <p:spPr>
          <a:xfrm>
            <a:off x="5438163" y="4761750"/>
            <a:ext cx="2964175" cy="388625"/>
          </a:xfrm>
          <a:custGeom>
            <a:rect b="b" l="l" r="r" t="t"/>
            <a:pathLst>
              <a:path extrusionOk="0" h="15545" w="118567">
                <a:moveTo>
                  <a:pt x="0" y="15545"/>
                </a:moveTo>
                <a:lnTo>
                  <a:pt x="118567" y="15545"/>
                </a:lnTo>
                <a:lnTo>
                  <a:pt x="103022" y="0"/>
                </a:lnTo>
                <a:lnTo>
                  <a:pt x="305" y="0"/>
                </a:lnTo>
                <a:close/>
              </a:path>
            </a:pathLst>
          </a:custGeom>
          <a:solidFill>
            <a:schemeClr val="accent1"/>
          </a:solidFill>
          <a:ln>
            <a:noFill/>
          </a:ln>
        </p:spPr>
      </p:sp>
      <p:sp>
        <p:nvSpPr>
          <p:cNvPr id="78" name="Google Shape;78;p9"/>
          <p:cNvSpPr/>
          <p:nvPr/>
        </p:nvSpPr>
        <p:spPr>
          <a:xfrm>
            <a:off x="5437625" y="-10675"/>
            <a:ext cx="2971800" cy="708675"/>
          </a:xfrm>
          <a:custGeom>
            <a:rect b="b" l="l" r="r" t="t"/>
            <a:pathLst>
              <a:path extrusionOk="0" h="28347" w="118872">
                <a:moveTo>
                  <a:pt x="0" y="0"/>
                </a:moveTo>
                <a:lnTo>
                  <a:pt x="0" y="28347"/>
                </a:lnTo>
                <a:lnTo>
                  <a:pt x="118872" y="28347"/>
                </a:lnTo>
                <a:lnTo>
                  <a:pt x="118872" y="305"/>
                </a:lnTo>
                <a:close/>
              </a:path>
            </a:pathLst>
          </a:custGeom>
          <a:solidFill>
            <a:schemeClr val="dk2"/>
          </a:solidFill>
          <a:ln>
            <a:noFill/>
          </a:ln>
        </p:spPr>
      </p:sp>
      <p:sp>
        <p:nvSpPr>
          <p:cNvPr id="79" name="Google Shape;79;p9"/>
          <p:cNvSpPr txBox="1"/>
          <p:nvPr>
            <p:ph type="title"/>
          </p:nvPr>
        </p:nvSpPr>
        <p:spPr>
          <a:xfrm>
            <a:off x="931675" y="907075"/>
            <a:ext cx="4005900" cy="708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5"/>
              </a:buClr>
              <a:buSzPts val="3000"/>
              <a:buNone/>
              <a:defRPr sz="3700">
                <a:solidFill>
                  <a:schemeClr val="accent5"/>
                </a:solidFill>
              </a:defRPr>
            </a:lvl1pPr>
            <a:lvl2pPr lvl="1">
              <a:spcBef>
                <a:spcPts val="0"/>
              </a:spcBef>
              <a:spcAft>
                <a:spcPts val="0"/>
              </a:spcAft>
              <a:buClr>
                <a:schemeClr val="accent5"/>
              </a:buClr>
              <a:buSzPts val="3000"/>
              <a:buNone/>
              <a:defRPr sz="3700">
                <a:solidFill>
                  <a:schemeClr val="accent5"/>
                </a:solidFill>
                <a:latin typeface="Quantico"/>
                <a:ea typeface="Quantico"/>
                <a:cs typeface="Quantico"/>
                <a:sym typeface="Quantico"/>
              </a:defRPr>
            </a:lvl2pPr>
            <a:lvl3pPr lvl="2">
              <a:spcBef>
                <a:spcPts val="0"/>
              </a:spcBef>
              <a:spcAft>
                <a:spcPts val="0"/>
              </a:spcAft>
              <a:buClr>
                <a:schemeClr val="accent5"/>
              </a:buClr>
              <a:buSzPts val="3000"/>
              <a:buNone/>
              <a:defRPr sz="3700">
                <a:solidFill>
                  <a:schemeClr val="accent5"/>
                </a:solidFill>
                <a:latin typeface="Quantico"/>
                <a:ea typeface="Quantico"/>
                <a:cs typeface="Quantico"/>
                <a:sym typeface="Quantico"/>
              </a:defRPr>
            </a:lvl3pPr>
            <a:lvl4pPr lvl="3">
              <a:spcBef>
                <a:spcPts val="0"/>
              </a:spcBef>
              <a:spcAft>
                <a:spcPts val="0"/>
              </a:spcAft>
              <a:buClr>
                <a:schemeClr val="accent5"/>
              </a:buClr>
              <a:buSzPts val="3000"/>
              <a:buNone/>
              <a:defRPr sz="3700">
                <a:solidFill>
                  <a:schemeClr val="accent5"/>
                </a:solidFill>
                <a:latin typeface="Quantico"/>
                <a:ea typeface="Quantico"/>
                <a:cs typeface="Quantico"/>
                <a:sym typeface="Quantico"/>
              </a:defRPr>
            </a:lvl4pPr>
            <a:lvl5pPr lvl="4">
              <a:spcBef>
                <a:spcPts val="0"/>
              </a:spcBef>
              <a:spcAft>
                <a:spcPts val="0"/>
              </a:spcAft>
              <a:buClr>
                <a:schemeClr val="accent5"/>
              </a:buClr>
              <a:buSzPts val="3000"/>
              <a:buNone/>
              <a:defRPr sz="3700">
                <a:solidFill>
                  <a:schemeClr val="accent5"/>
                </a:solidFill>
                <a:latin typeface="Quantico"/>
                <a:ea typeface="Quantico"/>
                <a:cs typeface="Quantico"/>
                <a:sym typeface="Quantico"/>
              </a:defRPr>
            </a:lvl5pPr>
            <a:lvl6pPr lvl="5">
              <a:spcBef>
                <a:spcPts val="0"/>
              </a:spcBef>
              <a:spcAft>
                <a:spcPts val="0"/>
              </a:spcAft>
              <a:buClr>
                <a:schemeClr val="accent5"/>
              </a:buClr>
              <a:buSzPts val="3000"/>
              <a:buNone/>
              <a:defRPr sz="3700">
                <a:solidFill>
                  <a:schemeClr val="accent5"/>
                </a:solidFill>
                <a:latin typeface="Quantico"/>
                <a:ea typeface="Quantico"/>
                <a:cs typeface="Quantico"/>
                <a:sym typeface="Quantico"/>
              </a:defRPr>
            </a:lvl6pPr>
            <a:lvl7pPr lvl="6">
              <a:spcBef>
                <a:spcPts val="0"/>
              </a:spcBef>
              <a:spcAft>
                <a:spcPts val="0"/>
              </a:spcAft>
              <a:buClr>
                <a:schemeClr val="accent5"/>
              </a:buClr>
              <a:buSzPts val="3000"/>
              <a:buNone/>
              <a:defRPr sz="3700">
                <a:solidFill>
                  <a:schemeClr val="accent5"/>
                </a:solidFill>
                <a:latin typeface="Quantico"/>
                <a:ea typeface="Quantico"/>
                <a:cs typeface="Quantico"/>
                <a:sym typeface="Quantico"/>
              </a:defRPr>
            </a:lvl7pPr>
            <a:lvl8pPr lvl="7">
              <a:spcBef>
                <a:spcPts val="0"/>
              </a:spcBef>
              <a:spcAft>
                <a:spcPts val="0"/>
              </a:spcAft>
              <a:buClr>
                <a:schemeClr val="accent5"/>
              </a:buClr>
              <a:buSzPts val="3000"/>
              <a:buNone/>
              <a:defRPr sz="3700">
                <a:solidFill>
                  <a:schemeClr val="accent5"/>
                </a:solidFill>
                <a:latin typeface="Quantico"/>
                <a:ea typeface="Quantico"/>
                <a:cs typeface="Quantico"/>
                <a:sym typeface="Quantico"/>
              </a:defRPr>
            </a:lvl8pPr>
            <a:lvl9pPr lvl="8">
              <a:spcBef>
                <a:spcPts val="0"/>
              </a:spcBef>
              <a:spcAft>
                <a:spcPts val="0"/>
              </a:spcAft>
              <a:buClr>
                <a:schemeClr val="accent5"/>
              </a:buClr>
              <a:buSzPts val="3000"/>
              <a:buNone/>
              <a:defRPr sz="3700">
                <a:solidFill>
                  <a:schemeClr val="accent5"/>
                </a:solidFill>
                <a:latin typeface="Quantico"/>
                <a:ea typeface="Quantico"/>
                <a:cs typeface="Quantico"/>
                <a:sym typeface="Quantico"/>
              </a:defRPr>
            </a:lvl9pPr>
          </a:lstStyle>
          <a:p/>
        </p:txBody>
      </p:sp>
      <p:sp>
        <p:nvSpPr>
          <p:cNvPr id="80" name="Google Shape;80;p9"/>
          <p:cNvSpPr txBox="1"/>
          <p:nvPr>
            <p:ph idx="2" type="title"/>
          </p:nvPr>
        </p:nvSpPr>
        <p:spPr>
          <a:xfrm>
            <a:off x="931675" y="1712050"/>
            <a:ext cx="4005900" cy="170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1pPr>
            <a:lvl2pPr lvl="1">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2pPr>
            <a:lvl3pPr lvl="2">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3pPr>
            <a:lvl4pPr lvl="3">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4pPr>
            <a:lvl5pPr lvl="4">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5pPr>
            <a:lvl6pPr lvl="5">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6pPr>
            <a:lvl7pPr lvl="6">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7pPr>
            <a:lvl8pPr lvl="7">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8pPr>
            <a:lvl9pPr lvl="8">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8 ">
  <p:cSld name="CUSTOM_12">
    <p:bg>
      <p:bgPr>
        <a:solidFill>
          <a:schemeClr val="accent5"/>
        </a:solidFill>
      </p:bgPr>
    </p:bg>
    <p:spTree>
      <p:nvGrpSpPr>
        <p:cNvPr id="81" name="Shape 81"/>
        <p:cNvGrpSpPr/>
        <p:nvPr/>
      </p:nvGrpSpPr>
      <p:grpSpPr>
        <a:xfrm>
          <a:off x="0" y="0"/>
          <a:ext cx="0" cy="0"/>
          <a:chOff x="0" y="0"/>
          <a:chExt cx="0" cy="0"/>
        </a:xfrm>
      </p:grpSpPr>
      <p:sp>
        <p:nvSpPr>
          <p:cNvPr id="82" name="Google Shape;82;p10"/>
          <p:cNvSpPr/>
          <p:nvPr/>
        </p:nvSpPr>
        <p:spPr>
          <a:xfrm>
            <a:off x="0" y="0"/>
            <a:ext cx="9144000" cy="4236000"/>
          </a:xfrm>
          <a:prstGeom prst="snip1Rect">
            <a:avLst>
              <a:gd fmla="val 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3" name="Google Shape;83;p10"/>
          <p:cNvSpPr/>
          <p:nvPr/>
        </p:nvSpPr>
        <p:spPr>
          <a:xfrm>
            <a:off x="5596500" y="2731400"/>
            <a:ext cx="2952300" cy="20334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84" name="Google Shape;84;p10"/>
          <p:cNvSpPr/>
          <p:nvPr/>
        </p:nvSpPr>
        <p:spPr>
          <a:xfrm>
            <a:off x="5587725" y="698000"/>
            <a:ext cx="2952300" cy="2033400"/>
          </a:xfrm>
          <a:prstGeom prst="snip1Rect">
            <a:avLst>
              <a:gd fmla="val 13900"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85" name="Google Shape;85;p10"/>
          <p:cNvSpPr txBox="1"/>
          <p:nvPr>
            <p:ph type="title"/>
          </p:nvPr>
        </p:nvSpPr>
        <p:spPr>
          <a:xfrm>
            <a:off x="901475" y="907075"/>
            <a:ext cx="4695000" cy="86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86" name="Google Shape;86;p10"/>
          <p:cNvSpPr txBox="1"/>
          <p:nvPr>
            <p:ph idx="2" type="title"/>
          </p:nvPr>
        </p:nvSpPr>
        <p:spPr>
          <a:xfrm>
            <a:off x="930907" y="1836900"/>
            <a:ext cx="4005900" cy="1879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87" name="Google Shape;87;p10"/>
          <p:cNvSpPr/>
          <p:nvPr/>
        </p:nvSpPr>
        <p:spPr>
          <a:xfrm>
            <a:off x="5586750" y="-10675"/>
            <a:ext cx="2971800" cy="708675"/>
          </a:xfrm>
          <a:custGeom>
            <a:rect b="b" l="l" r="r" t="t"/>
            <a:pathLst>
              <a:path extrusionOk="0" h="28347" w="118872">
                <a:moveTo>
                  <a:pt x="0" y="0"/>
                </a:moveTo>
                <a:lnTo>
                  <a:pt x="0" y="28347"/>
                </a:lnTo>
                <a:lnTo>
                  <a:pt x="118872" y="28347"/>
                </a:lnTo>
                <a:lnTo>
                  <a:pt x="118872" y="305"/>
                </a:lnTo>
                <a:close/>
              </a:path>
            </a:pathLst>
          </a:custGeom>
          <a:solidFill>
            <a:schemeClr val="accent4"/>
          </a:solidFill>
          <a:ln>
            <a:noFill/>
          </a:ln>
        </p:spPr>
      </p:sp>
      <p:sp>
        <p:nvSpPr>
          <p:cNvPr id="88" name="Google Shape;88;p10"/>
          <p:cNvSpPr/>
          <p:nvPr/>
        </p:nvSpPr>
        <p:spPr>
          <a:xfrm>
            <a:off x="5590563" y="4762500"/>
            <a:ext cx="2964175" cy="388625"/>
          </a:xfrm>
          <a:custGeom>
            <a:rect b="b" l="l" r="r" t="t"/>
            <a:pathLst>
              <a:path extrusionOk="0" h="15545" w="118567">
                <a:moveTo>
                  <a:pt x="0" y="15545"/>
                </a:moveTo>
                <a:lnTo>
                  <a:pt x="118567" y="15545"/>
                </a:lnTo>
                <a:lnTo>
                  <a:pt x="103022" y="0"/>
                </a:lnTo>
                <a:lnTo>
                  <a:pt x="305" y="0"/>
                </a:lnTo>
                <a:close/>
              </a:path>
            </a:pathLst>
          </a:custGeom>
          <a:solidFill>
            <a:schemeClr val="accent6"/>
          </a:solid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
    <p:bg>
      <p:bgPr>
        <a:solidFill>
          <a:schemeClr val="accent5"/>
        </a:solidFill>
      </p:bgPr>
    </p:bg>
    <p:spTree>
      <p:nvGrpSpPr>
        <p:cNvPr id="89" name="Shape 89"/>
        <p:cNvGrpSpPr/>
        <p:nvPr/>
      </p:nvGrpSpPr>
      <p:grpSpPr>
        <a:xfrm>
          <a:off x="0" y="0"/>
          <a:ext cx="0" cy="0"/>
          <a:chOff x="0" y="0"/>
          <a:chExt cx="0" cy="0"/>
        </a:xfrm>
      </p:grpSpPr>
      <p:sp>
        <p:nvSpPr>
          <p:cNvPr id="90" name="Google Shape;90;p11"/>
          <p:cNvSpPr/>
          <p:nvPr/>
        </p:nvSpPr>
        <p:spPr>
          <a:xfrm>
            <a:off x="696050" y="619550"/>
            <a:ext cx="84480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1" name="Google Shape;91;p11"/>
          <p:cNvSpPr/>
          <p:nvPr/>
        </p:nvSpPr>
        <p:spPr>
          <a:xfrm>
            <a:off x="4930700" y="619550"/>
            <a:ext cx="4213200" cy="452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2" name="Google Shape;92;p11"/>
          <p:cNvSpPr/>
          <p:nvPr>
            <p:ph idx="2" type="pic"/>
          </p:nvPr>
        </p:nvSpPr>
        <p:spPr>
          <a:xfrm flipH="1">
            <a:off x="4930693" y="619550"/>
            <a:ext cx="2100300" cy="1513500"/>
          </a:xfrm>
          <a:prstGeom prst="snip1Rect">
            <a:avLst>
              <a:gd fmla="val 0" name="adj"/>
            </a:avLst>
          </a:prstGeom>
          <a:noFill/>
          <a:ln>
            <a:noFill/>
          </a:ln>
        </p:spPr>
      </p:sp>
      <p:sp>
        <p:nvSpPr>
          <p:cNvPr id="93" name="Google Shape;93;p11"/>
          <p:cNvSpPr txBox="1"/>
          <p:nvPr>
            <p:ph type="title"/>
          </p:nvPr>
        </p:nvSpPr>
        <p:spPr>
          <a:xfrm>
            <a:off x="929475" y="914400"/>
            <a:ext cx="3633000" cy="10773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400"/>
              <a:buNone/>
              <a:defRPr sz="2400"/>
            </a:lvl1pPr>
            <a:lvl2pPr lvl="1">
              <a:lnSpc>
                <a:spcPct val="80000"/>
              </a:lnSpc>
              <a:spcBef>
                <a:spcPts val="0"/>
              </a:spcBef>
              <a:spcAft>
                <a:spcPts val="0"/>
              </a:spcAft>
              <a:buClr>
                <a:schemeClr val="dk1"/>
              </a:buClr>
              <a:buSzPts val="3000"/>
              <a:buNone/>
              <a:defRPr sz="5500">
                <a:latin typeface="Quantico"/>
                <a:ea typeface="Quantico"/>
                <a:cs typeface="Quantico"/>
                <a:sym typeface="Quantico"/>
              </a:defRPr>
            </a:lvl2pPr>
            <a:lvl3pPr lvl="2">
              <a:lnSpc>
                <a:spcPct val="80000"/>
              </a:lnSpc>
              <a:spcBef>
                <a:spcPts val="0"/>
              </a:spcBef>
              <a:spcAft>
                <a:spcPts val="0"/>
              </a:spcAft>
              <a:buClr>
                <a:schemeClr val="dk1"/>
              </a:buClr>
              <a:buSzPts val="3000"/>
              <a:buNone/>
              <a:defRPr sz="5500">
                <a:latin typeface="Quantico"/>
                <a:ea typeface="Quantico"/>
                <a:cs typeface="Quantico"/>
                <a:sym typeface="Quantico"/>
              </a:defRPr>
            </a:lvl3pPr>
            <a:lvl4pPr lvl="3">
              <a:lnSpc>
                <a:spcPct val="80000"/>
              </a:lnSpc>
              <a:spcBef>
                <a:spcPts val="0"/>
              </a:spcBef>
              <a:spcAft>
                <a:spcPts val="0"/>
              </a:spcAft>
              <a:buClr>
                <a:schemeClr val="dk1"/>
              </a:buClr>
              <a:buSzPts val="3000"/>
              <a:buNone/>
              <a:defRPr sz="5500">
                <a:latin typeface="Quantico"/>
                <a:ea typeface="Quantico"/>
                <a:cs typeface="Quantico"/>
                <a:sym typeface="Quantico"/>
              </a:defRPr>
            </a:lvl4pPr>
            <a:lvl5pPr lvl="4">
              <a:lnSpc>
                <a:spcPct val="80000"/>
              </a:lnSpc>
              <a:spcBef>
                <a:spcPts val="0"/>
              </a:spcBef>
              <a:spcAft>
                <a:spcPts val="0"/>
              </a:spcAft>
              <a:buClr>
                <a:schemeClr val="dk1"/>
              </a:buClr>
              <a:buSzPts val="3000"/>
              <a:buNone/>
              <a:defRPr sz="5500">
                <a:latin typeface="Quantico"/>
                <a:ea typeface="Quantico"/>
                <a:cs typeface="Quantico"/>
                <a:sym typeface="Quantico"/>
              </a:defRPr>
            </a:lvl5pPr>
            <a:lvl6pPr lvl="5">
              <a:lnSpc>
                <a:spcPct val="80000"/>
              </a:lnSpc>
              <a:spcBef>
                <a:spcPts val="0"/>
              </a:spcBef>
              <a:spcAft>
                <a:spcPts val="0"/>
              </a:spcAft>
              <a:buClr>
                <a:schemeClr val="dk1"/>
              </a:buClr>
              <a:buSzPts val="3000"/>
              <a:buNone/>
              <a:defRPr sz="5500">
                <a:latin typeface="Quantico"/>
                <a:ea typeface="Quantico"/>
                <a:cs typeface="Quantico"/>
                <a:sym typeface="Quantico"/>
              </a:defRPr>
            </a:lvl6pPr>
            <a:lvl7pPr lvl="6">
              <a:lnSpc>
                <a:spcPct val="80000"/>
              </a:lnSpc>
              <a:spcBef>
                <a:spcPts val="0"/>
              </a:spcBef>
              <a:spcAft>
                <a:spcPts val="0"/>
              </a:spcAft>
              <a:buClr>
                <a:schemeClr val="dk1"/>
              </a:buClr>
              <a:buSzPts val="3000"/>
              <a:buNone/>
              <a:defRPr sz="5500">
                <a:latin typeface="Quantico"/>
                <a:ea typeface="Quantico"/>
                <a:cs typeface="Quantico"/>
                <a:sym typeface="Quantico"/>
              </a:defRPr>
            </a:lvl7pPr>
            <a:lvl8pPr lvl="7">
              <a:lnSpc>
                <a:spcPct val="80000"/>
              </a:lnSpc>
              <a:spcBef>
                <a:spcPts val="0"/>
              </a:spcBef>
              <a:spcAft>
                <a:spcPts val="0"/>
              </a:spcAft>
              <a:buClr>
                <a:schemeClr val="dk1"/>
              </a:buClr>
              <a:buSzPts val="3000"/>
              <a:buNone/>
              <a:defRPr sz="5500">
                <a:latin typeface="Quantico"/>
                <a:ea typeface="Quantico"/>
                <a:cs typeface="Quantico"/>
                <a:sym typeface="Quantico"/>
              </a:defRPr>
            </a:lvl8pPr>
            <a:lvl9pPr lvl="8">
              <a:lnSpc>
                <a:spcPct val="80000"/>
              </a:lnSpc>
              <a:spcBef>
                <a:spcPts val="0"/>
              </a:spcBef>
              <a:spcAft>
                <a:spcPts val="0"/>
              </a:spcAft>
              <a:buClr>
                <a:schemeClr val="dk1"/>
              </a:buClr>
              <a:buSzPts val="3000"/>
              <a:buNone/>
              <a:defRPr sz="5500">
                <a:latin typeface="Quantico"/>
                <a:ea typeface="Quantico"/>
                <a:cs typeface="Quantico"/>
                <a:sym typeface="Quantico"/>
              </a:defRPr>
            </a:lvl9pPr>
          </a:lstStyle>
          <a:p/>
        </p:txBody>
      </p:sp>
      <p:sp>
        <p:nvSpPr>
          <p:cNvPr id="94" name="Google Shape;94;p11"/>
          <p:cNvSpPr/>
          <p:nvPr>
            <p:ph idx="3" type="pic"/>
          </p:nvPr>
        </p:nvSpPr>
        <p:spPr>
          <a:xfrm flipH="1">
            <a:off x="696043" y="2125400"/>
            <a:ext cx="2129100" cy="1513500"/>
          </a:xfrm>
          <a:prstGeom prst="snip1Rect">
            <a:avLst>
              <a:gd fmla="val 0" name="adj"/>
            </a:avLst>
          </a:prstGeom>
          <a:noFill/>
          <a:ln>
            <a:noFill/>
          </a:ln>
        </p:spPr>
      </p:sp>
      <p:sp>
        <p:nvSpPr>
          <p:cNvPr id="95" name="Google Shape;95;p11"/>
          <p:cNvSpPr/>
          <p:nvPr>
            <p:ph idx="4" type="pic"/>
          </p:nvPr>
        </p:nvSpPr>
        <p:spPr>
          <a:xfrm flipH="1">
            <a:off x="4930693" y="3635300"/>
            <a:ext cx="2100300" cy="1513500"/>
          </a:xfrm>
          <a:prstGeom prst="snip1Rect">
            <a:avLst>
              <a:gd fmla="val 0" name="adj"/>
            </a:avLst>
          </a:prstGeom>
          <a:noFill/>
          <a:ln>
            <a:noFill/>
          </a:ln>
        </p:spPr>
      </p:sp>
      <p:sp>
        <p:nvSpPr>
          <p:cNvPr id="96" name="Google Shape;96;p11"/>
          <p:cNvSpPr txBox="1"/>
          <p:nvPr>
            <p:ph idx="5" type="title"/>
          </p:nvPr>
        </p:nvSpPr>
        <p:spPr>
          <a:xfrm>
            <a:off x="7243093" y="85154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97" name="Google Shape;97;p11"/>
          <p:cNvSpPr txBox="1"/>
          <p:nvPr>
            <p:ph idx="6" type="title"/>
          </p:nvPr>
        </p:nvSpPr>
        <p:spPr>
          <a:xfrm>
            <a:off x="3257860" y="2361757"/>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98" name="Google Shape;98;p11"/>
          <p:cNvSpPr txBox="1"/>
          <p:nvPr>
            <p:ph idx="7" type="title"/>
          </p:nvPr>
        </p:nvSpPr>
        <p:spPr>
          <a:xfrm>
            <a:off x="7229582" y="387822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99" name="Google Shape;99;p11"/>
          <p:cNvSpPr txBox="1"/>
          <p:nvPr>
            <p:ph idx="1" type="body"/>
          </p:nvPr>
        </p:nvSpPr>
        <p:spPr>
          <a:xfrm>
            <a:off x="3257120" y="2663823"/>
            <a:ext cx="15789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00" name="Google Shape;100;p11"/>
          <p:cNvSpPr txBox="1"/>
          <p:nvPr>
            <p:ph idx="8" type="body"/>
          </p:nvPr>
        </p:nvSpPr>
        <p:spPr>
          <a:xfrm>
            <a:off x="7237317" y="4178575"/>
            <a:ext cx="17844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01" name="Google Shape;101;p11"/>
          <p:cNvSpPr txBox="1"/>
          <p:nvPr>
            <p:ph idx="9" type="body"/>
          </p:nvPr>
        </p:nvSpPr>
        <p:spPr>
          <a:xfrm>
            <a:off x="7246218" y="1157300"/>
            <a:ext cx="16800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4">
  <p:cSld name="CUSTOM_15">
    <p:bg>
      <p:bgPr>
        <a:solidFill>
          <a:schemeClr val="lt1"/>
        </a:solidFill>
      </p:bgPr>
    </p:bg>
    <p:spTree>
      <p:nvGrpSpPr>
        <p:cNvPr id="102" name="Shape 102"/>
        <p:cNvGrpSpPr/>
        <p:nvPr/>
      </p:nvGrpSpPr>
      <p:grpSpPr>
        <a:xfrm>
          <a:off x="0" y="0"/>
          <a:ext cx="0" cy="0"/>
          <a:chOff x="0" y="0"/>
          <a:chExt cx="0" cy="0"/>
        </a:xfrm>
      </p:grpSpPr>
      <p:pic>
        <p:nvPicPr>
          <p:cNvPr id="103" name="Google Shape;103;p12"/>
          <p:cNvPicPr preferRelativeResize="0"/>
          <p:nvPr/>
        </p:nvPicPr>
        <p:blipFill rotWithShape="1">
          <a:blip r:embed="rId2">
            <a:alphaModFix amt="10000"/>
          </a:blip>
          <a:srcRect b="0" l="789" r="12432" t="0"/>
          <a:stretch/>
        </p:blipFill>
        <p:spPr>
          <a:xfrm>
            <a:off x="0" y="-125"/>
            <a:ext cx="6696900" cy="5143500"/>
          </a:xfrm>
          <a:prstGeom prst="snip1Rect">
            <a:avLst>
              <a:gd fmla="val 16667" name="adj"/>
            </a:avLst>
          </a:prstGeom>
          <a:noFill/>
          <a:ln>
            <a:noFill/>
          </a:ln>
        </p:spPr>
      </p:pic>
      <p:sp>
        <p:nvSpPr>
          <p:cNvPr id="104" name="Google Shape;104;p12"/>
          <p:cNvSpPr txBox="1"/>
          <p:nvPr>
            <p:ph type="title"/>
          </p:nvPr>
        </p:nvSpPr>
        <p:spPr>
          <a:xfrm>
            <a:off x="7055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5" name="Google Shape;105;p12"/>
          <p:cNvSpPr txBox="1"/>
          <p:nvPr>
            <p:ph idx="2" type="title"/>
          </p:nvPr>
        </p:nvSpPr>
        <p:spPr>
          <a:xfrm>
            <a:off x="7055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6" name="Google Shape;106;p12"/>
          <p:cNvSpPr txBox="1"/>
          <p:nvPr>
            <p:ph idx="3" type="title"/>
          </p:nvPr>
        </p:nvSpPr>
        <p:spPr>
          <a:xfrm>
            <a:off x="34617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7" name="Google Shape;107;p12"/>
          <p:cNvSpPr txBox="1"/>
          <p:nvPr>
            <p:ph idx="4" type="title"/>
          </p:nvPr>
        </p:nvSpPr>
        <p:spPr>
          <a:xfrm>
            <a:off x="34617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8" name="Google Shape;108;p12"/>
          <p:cNvSpPr txBox="1"/>
          <p:nvPr>
            <p:ph idx="5" type="title"/>
          </p:nvPr>
        </p:nvSpPr>
        <p:spPr>
          <a:xfrm>
            <a:off x="62191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09" name="Google Shape;109;p12"/>
          <p:cNvSpPr txBox="1"/>
          <p:nvPr>
            <p:ph idx="6" type="title"/>
          </p:nvPr>
        </p:nvSpPr>
        <p:spPr>
          <a:xfrm>
            <a:off x="62191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110" name="Google Shape;110;p12"/>
          <p:cNvSpPr txBox="1"/>
          <p:nvPr>
            <p:ph idx="7" type="title"/>
          </p:nvPr>
        </p:nvSpPr>
        <p:spPr>
          <a:xfrm>
            <a:off x="430209" y="907725"/>
            <a:ext cx="6815400" cy="1038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700"/>
              <a:buNone/>
              <a:defRPr sz="3700">
                <a:solidFill>
                  <a:schemeClr val="accent6"/>
                </a:solidFill>
              </a:defRPr>
            </a:lvl1pPr>
            <a:lvl2pPr lvl="1">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2pPr>
            <a:lvl3pPr lvl="2">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3pPr>
            <a:lvl4pPr lvl="3">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4pPr>
            <a:lvl5pPr lvl="4">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5pPr>
            <a:lvl6pPr lvl="5">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6pPr>
            <a:lvl7pPr lvl="6">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7pPr>
            <a:lvl8pPr lvl="7">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8pPr>
            <a:lvl9pPr lvl="8">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9 ">
  <p:cSld name="BLANK_1_1_1_1_1_1_1_1_1_1_1_1_1_1_1_1_1_1_1">
    <p:spTree>
      <p:nvGrpSpPr>
        <p:cNvPr id="111" name="Shape 111"/>
        <p:cNvGrpSpPr/>
        <p:nvPr/>
      </p:nvGrpSpPr>
      <p:grpSpPr>
        <a:xfrm>
          <a:off x="0" y="0"/>
          <a:ext cx="0" cy="0"/>
          <a:chOff x="0" y="0"/>
          <a:chExt cx="0" cy="0"/>
        </a:xfrm>
      </p:grpSpPr>
      <p:sp>
        <p:nvSpPr>
          <p:cNvPr id="112" name="Google Shape;112;p13"/>
          <p:cNvSpPr/>
          <p:nvPr/>
        </p:nvSpPr>
        <p:spPr>
          <a:xfrm>
            <a:off x="3400700" y="0"/>
            <a:ext cx="5742900" cy="1427100"/>
          </a:xfrm>
          <a:prstGeom prst="snip1Rect">
            <a:avLst>
              <a:gd fmla="val 27405"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3" name="Google Shape;113;p13"/>
          <p:cNvSpPr txBox="1"/>
          <p:nvPr>
            <p:ph idx="1" type="subTitle"/>
          </p:nvPr>
        </p:nvSpPr>
        <p:spPr>
          <a:xfrm>
            <a:off x="3718425" y="402000"/>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14" name="Google Shape;114;p13"/>
          <p:cNvSpPr/>
          <p:nvPr/>
        </p:nvSpPr>
        <p:spPr>
          <a:xfrm>
            <a:off x="3400700" y="1427100"/>
            <a:ext cx="5742900" cy="1790400"/>
          </a:xfrm>
          <a:prstGeom prst="snip1Rect">
            <a:avLst>
              <a:gd fmla="val 2378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5" name="Google Shape;115;p13"/>
          <p:cNvSpPr/>
          <p:nvPr/>
        </p:nvSpPr>
        <p:spPr>
          <a:xfrm>
            <a:off x="3400700" y="3217500"/>
            <a:ext cx="5742900" cy="1924500"/>
          </a:xfrm>
          <a:prstGeom prst="snip1Rect">
            <a:avLst>
              <a:gd fmla="val 22192"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6" name="Google Shape;116;p13"/>
          <p:cNvSpPr txBox="1"/>
          <p:nvPr>
            <p:ph idx="2" type="subTitle"/>
          </p:nvPr>
        </p:nvSpPr>
        <p:spPr>
          <a:xfrm>
            <a:off x="4249525" y="402000"/>
            <a:ext cx="43158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117" name="Google Shape;117;p13"/>
          <p:cNvSpPr txBox="1"/>
          <p:nvPr>
            <p:ph idx="3" type="subTitle"/>
          </p:nvPr>
        </p:nvSpPr>
        <p:spPr>
          <a:xfrm>
            <a:off x="3718425" y="1696338"/>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18" name="Google Shape;118;p13"/>
          <p:cNvSpPr txBox="1"/>
          <p:nvPr>
            <p:ph idx="4" type="subTitle"/>
          </p:nvPr>
        </p:nvSpPr>
        <p:spPr>
          <a:xfrm>
            <a:off x="4249525" y="1696338"/>
            <a:ext cx="18684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
        <p:nvSpPr>
          <p:cNvPr id="119" name="Google Shape;119;p13"/>
          <p:cNvSpPr txBox="1"/>
          <p:nvPr>
            <p:ph type="title"/>
          </p:nvPr>
        </p:nvSpPr>
        <p:spPr>
          <a:xfrm>
            <a:off x="556500" y="531900"/>
            <a:ext cx="2714700" cy="1039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lnSpc>
                <a:spcPct val="90000"/>
              </a:lnSpc>
              <a:spcBef>
                <a:spcPts val="0"/>
              </a:spcBef>
              <a:spcAft>
                <a:spcPts val="0"/>
              </a:spcAft>
              <a:buClr>
                <a:schemeClr val="dk1"/>
              </a:buClr>
              <a:buSzPts val="3000"/>
              <a:buNone/>
              <a:defRPr sz="2400">
                <a:latin typeface="Quantico"/>
                <a:ea typeface="Quantico"/>
                <a:cs typeface="Quantico"/>
                <a:sym typeface="Quantico"/>
              </a:defRPr>
            </a:lvl2pPr>
            <a:lvl3pPr lvl="2">
              <a:lnSpc>
                <a:spcPct val="90000"/>
              </a:lnSpc>
              <a:spcBef>
                <a:spcPts val="0"/>
              </a:spcBef>
              <a:spcAft>
                <a:spcPts val="0"/>
              </a:spcAft>
              <a:buClr>
                <a:schemeClr val="dk1"/>
              </a:buClr>
              <a:buSzPts val="3000"/>
              <a:buNone/>
              <a:defRPr sz="2400">
                <a:latin typeface="Quantico"/>
                <a:ea typeface="Quantico"/>
                <a:cs typeface="Quantico"/>
                <a:sym typeface="Quantico"/>
              </a:defRPr>
            </a:lvl3pPr>
            <a:lvl4pPr lvl="3">
              <a:lnSpc>
                <a:spcPct val="90000"/>
              </a:lnSpc>
              <a:spcBef>
                <a:spcPts val="0"/>
              </a:spcBef>
              <a:spcAft>
                <a:spcPts val="0"/>
              </a:spcAft>
              <a:buClr>
                <a:schemeClr val="dk1"/>
              </a:buClr>
              <a:buSzPts val="3000"/>
              <a:buNone/>
              <a:defRPr sz="2400">
                <a:latin typeface="Quantico"/>
                <a:ea typeface="Quantico"/>
                <a:cs typeface="Quantico"/>
                <a:sym typeface="Quantico"/>
              </a:defRPr>
            </a:lvl4pPr>
            <a:lvl5pPr lvl="4">
              <a:lnSpc>
                <a:spcPct val="90000"/>
              </a:lnSpc>
              <a:spcBef>
                <a:spcPts val="0"/>
              </a:spcBef>
              <a:spcAft>
                <a:spcPts val="0"/>
              </a:spcAft>
              <a:buClr>
                <a:schemeClr val="dk1"/>
              </a:buClr>
              <a:buSzPts val="3000"/>
              <a:buNone/>
              <a:defRPr sz="2400">
                <a:latin typeface="Quantico"/>
                <a:ea typeface="Quantico"/>
                <a:cs typeface="Quantico"/>
                <a:sym typeface="Quantico"/>
              </a:defRPr>
            </a:lvl5pPr>
            <a:lvl6pPr lvl="5">
              <a:lnSpc>
                <a:spcPct val="90000"/>
              </a:lnSpc>
              <a:spcBef>
                <a:spcPts val="0"/>
              </a:spcBef>
              <a:spcAft>
                <a:spcPts val="0"/>
              </a:spcAft>
              <a:buClr>
                <a:schemeClr val="dk1"/>
              </a:buClr>
              <a:buSzPts val="3000"/>
              <a:buNone/>
              <a:defRPr sz="2400">
                <a:latin typeface="Quantico"/>
                <a:ea typeface="Quantico"/>
                <a:cs typeface="Quantico"/>
                <a:sym typeface="Quantico"/>
              </a:defRPr>
            </a:lvl6pPr>
            <a:lvl7pPr lvl="6">
              <a:lnSpc>
                <a:spcPct val="90000"/>
              </a:lnSpc>
              <a:spcBef>
                <a:spcPts val="0"/>
              </a:spcBef>
              <a:spcAft>
                <a:spcPts val="0"/>
              </a:spcAft>
              <a:buClr>
                <a:schemeClr val="dk1"/>
              </a:buClr>
              <a:buSzPts val="3000"/>
              <a:buNone/>
              <a:defRPr sz="2400">
                <a:latin typeface="Quantico"/>
                <a:ea typeface="Quantico"/>
                <a:cs typeface="Quantico"/>
                <a:sym typeface="Quantico"/>
              </a:defRPr>
            </a:lvl7pPr>
            <a:lvl8pPr lvl="7">
              <a:lnSpc>
                <a:spcPct val="90000"/>
              </a:lnSpc>
              <a:spcBef>
                <a:spcPts val="0"/>
              </a:spcBef>
              <a:spcAft>
                <a:spcPts val="0"/>
              </a:spcAft>
              <a:buClr>
                <a:schemeClr val="dk1"/>
              </a:buClr>
              <a:buSzPts val="3000"/>
              <a:buNone/>
              <a:defRPr sz="2400">
                <a:latin typeface="Quantico"/>
                <a:ea typeface="Quantico"/>
                <a:cs typeface="Quantico"/>
                <a:sym typeface="Quantico"/>
              </a:defRPr>
            </a:lvl8pPr>
            <a:lvl9pPr lvl="8">
              <a:lnSpc>
                <a:spcPct val="90000"/>
              </a:lnSpc>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120" name="Google Shape;120;p13"/>
          <p:cNvSpPr/>
          <p:nvPr>
            <p:ph idx="5" type="pic"/>
          </p:nvPr>
        </p:nvSpPr>
        <p:spPr>
          <a:xfrm>
            <a:off x="75" y="2673275"/>
            <a:ext cx="3400800" cy="2471400"/>
          </a:xfrm>
          <a:prstGeom prst="snip1Rect">
            <a:avLst>
              <a:gd fmla="val 21231" name="adj"/>
            </a:avLst>
          </a:prstGeom>
          <a:noFill/>
          <a:ln>
            <a:noFill/>
          </a:ln>
        </p:spPr>
      </p:sp>
      <p:sp>
        <p:nvSpPr>
          <p:cNvPr id="121" name="Google Shape;121;p13"/>
          <p:cNvSpPr txBox="1"/>
          <p:nvPr>
            <p:ph idx="6" type="subTitle"/>
          </p:nvPr>
        </p:nvSpPr>
        <p:spPr>
          <a:xfrm>
            <a:off x="582450" y="1733025"/>
            <a:ext cx="24006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a:solidFill>
                  <a:schemeClr val="dk1"/>
                </a:solidFill>
              </a:defRPr>
            </a:lvl1pPr>
            <a:lvl2pPr lvl="1">
              <a:lnSpc>
                <a:spcPct val="115000"/>
              </a:lnSpc>
              <a:spcBef>
                <a:spcPts val="1000"/>
              </a:spcBef>
              <a:spcAft>
                <a:spcPts val="0"/>
              </a:spcAft>
              <a:buClr>
                <a:schemeClr val="dk1"/>
              </a:buClr>
              <a:buSzPts val="1000"/>
              <a:buFont typeface="Lato"/>
              <a:buNone/>
              <a:defRPr>
                <a:solidFill>
                  <a:schemeClr val="dk1"/>
                </a:solidFill>
              </a:defRPr>
            </a:lvl2pPr>
            <a:lvl3pPr lvl="2">
              <a:lnSpc>
                <a:spcPct val="115000"/>
              </a:lnSpc>
              <a:spcBef>
                <a:spcPts val="1000"/>
              </a:spcBef>
              <a:spcAft>
                <a:spcPts val="0"/>
              </a:spcAft>
              <a:buClr>
                <a:schemeClr val="dk1"/>
              </a:buClr>
              <a:buSzPts val="1000"/>
              <a:buFont typeface="Lato"/>
              <a:buNone/>
              <a:defRPr>
                <a:solidFill>
                  <a:schemeClr val="dk1"/>
                </a:solidFill>
              </a:defRPr>
            </a:lvl3pPr>
            <a:lvl4pPr lvl="3">
              <a:lnSpc>
                <a:spcPct val="115000"/>
              </a:lnSpc>
              <a:spcBef>
                <a:spcPts val="1000"/>
              </a:spcBef>
              <a:spcAft>
                <a:spcPts val="0"/>
              </a:spcAft>
              <a:buClr>
                <a:schemeClr val="dk1"/>
              </a:buClr>
              <a:buSzPts val="1000"/>
              <a:buFont typeface="Lato"/>
              <a:buNone/>
              <a:defRPr>
                <a:solidFill>
                  <a:schemeClr val="dk1"/>
                </a:solidFill>
              </a:defRPr>
            </a:lvl4pPr>
            <a:lvl5pPr lvl="4">
              <a:lnSpc>
                <a:spcPct val="115000"/>
              </a:lnSpc>
              <a:spcBef>
                <a:spcPts val="1000"/>
              </a:spcBef>
              <a:spcAft>
                <a:spcPts val="0"/>
              </a:spcAft>
              <a:buClr>
                <a:schemeClr val="dk1"/>
              </a:buClr>
              <a:buSzPts val="1000"/>
              <a:buFont typeface="Lato"/>
              <a:buNone/>
              <a:defRPr>
                <a:solidFill>
                  <a:schemeClr val="dk1"/>
                </a:solidFill>
              </a:defRPr>
            </a:lvl5pPr>
            <a:lvl6pPr lvl="5">
              <a:lnSpc>
                <a:spcPct val="115000"/>
              </a:lnSpc>
              <a:spcBef>
                <a:spcPts val="1000"/>
              </a:spcBef>
              <a:spcAft>
                <a:spcPts val="0"/>
              </a:spcAft>
              <a:buClr>
                <a:schemeClr val="dk1"/>
              </a:buClr>
              <a:buSzPts val="1000"/>
              <a:buFont typeface="Lato"/>
              <a:buNone/>
              <a:defRPr>
                <a:solidFill>
                  <a:schemeClr val="dk1"/>
                </a:solidFill>
              </a:defRPr>
            </a:lvl6pPr>
            <a:lvl7pPr lvl="6">
              <a:lnSpc>
                <a:spcPct val="115000"/>
              </a:lnSpc>
              <a:spcBef>
                <a:spcPts val="1000"/>
              </a:spcBef>
              <a:spcAft>
                <a:spcPts val="0"/>
              </a:spcAft>
              <a:buClr>
                <a:schemeClr val="dk1"/>
              </a:buClr>
              <a:buSzPts val="1000"/>
              <a:buFont typeface="Lato"/>
              <a:buNone/>
              <a:defRPr>
                <a:solidFill>
                  <a:schemeClr val="dk1"/>
                </a:solidFill>
              </a:defRPr>
            </a:lvl7pPr>
            <a:lvl8pPr lvl="7">
              <a:lnSpc>
                <a:spcPct val="115000"/>
              </a:lnSpc>
              <a:spcBef>
                <a:spcPts val="1000"/>
              </a:spcBef>
              <a:spcAft>
                <a:spcPts val="0"/>
              </a:spcAft>
              <a:buClr>
                <a:schemeClr val="dk1"/>
              </a:buClr>
              <a:buSzPts val="1000"/>
              <a:buFont typeface="Lato"/>
              <a:buNone/>
              <a:defRPr>
                <a:solidFill>
                  <a:schemeClr val="dk1"/>
                </a:solidFill>
              </a:defRPr>
            </a:lvl8pPr>
            <a:lvl9pPr lvl="8">
              <a:lnSpc>
                <a:spcPct val="115000"/>
              </a:lnSpc>
              <a:spcBef>
                <a:spcPts val="1000"/>
              </a:spcBef>
              <a:spcAft>
                <a:spcPts val="1000"/>
              </a:spcAft>
              <a:buClr>
                <a:schemeClr val="dk1"/>
              </a:buClr>
              <a:buSzPts val="1000"/>
              <a:buFont typeface="Lato"/>
              <a:buNone/>
              <a:defRPr>
                <a:solidFill>
                  <a:schemeClr val="dk1"/>
                </a:solidFill>
              </a:defRPr>
            </a:lvl9pPr>
          </a:lstStyle>
          <a:p/>
        </p:txBody>
      </p:sp>
      <p:sp>
        <p:nvSpPr>
          <p:cNvPr id="122" name="Google Shape;122;p13"/>
          <p:cNvSpPr txBox="1"/>
          <p:nvPr>
            <p:ph idx="7" type="subTitle"/>
          </p:nvPr>
        </p:nvSpPr>
        <p:spPr>
          <a:xfrm>
            <a:off x="3718450" y="3470325"/>
            <a:ext cx="3678300" cy="454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23" name="Google Shape;123;p13"/>
          <p:cNvSpPr txBox="1"/>
          <p:nvPr>
            <p:ph idx="8" type="subTitle"/>
          </p:nvPr>
        </p:nvSpPr>
        <p:spPr>
          <a:xfrm>
            <a:off x="3724200" y="3884675"/>
            <a:ext cx="5063100" cy="1039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24" name="Google Shape;124;p13"/>
          <p:cNvSpPr txBox="1"/>
          <p:nvPr>
            <p:ph idx="9" type="subTitle"/>
          </p:nvPr>
        </p:nvSpPr>
        <p:spPr>
          <a:xfrm>
            <a:off x="5999175" y="1696338"/>
            <a:ext cx="27873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0">
  <p:cSld name="BLANK_1_1_1_1_1_1_1_1_1_1_1_1_1_1_1_1_1_1">
    <p:spTree>
      <p:nvGrpSpPr>
        <p:cNvPr id="125" name="Shape 125"/>
        <p:cNvGrpSpPr/>
        <p:nvPr/>
      </p:nvGrpSpPr>
      <p:grpSpPr>
        <a:xfrm>
          <a:off x="0" y="0"/>
          <a:ext cx="0" cy="0"/>
          <a:chOff x="0" y="0"/>
          <a:chExt cx="0" cy="0"/>
        </a:xfrm>
      </p:grpSpPr>
      <p:sp>
        <p:nvSpPr>
          <p:cNvPr id="126" name="Google Shape;126;p14"/>
          <p:cNvSpPr txBox="1"/>
          <p:nvPr>
            <p:ph type="title"/>
          </p:nvPr>
        </p:nvSpPr>
        <p:spPr>
          <a:xfrm>
            <a:off x="508000" y="466750"/>
            <a:ext cx="3752700" cy="1868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3000"/>
              <a:buNone/>
              <a:defRPr sz="2400">
                <a:solidFill>
                  <a:schemeClr val="lt1"/>
                </a:solidFill>
              </a:defRPr>
            </a:lvl1pPr>
            <a:lvl2pPr lvl="1">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2pPr>
            <a:lvl3pPr lvl="2">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3pPr>
            <a:lvl4pPr lvl="3">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4pPr>
            <a:lvl5pPr lvl="4">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5pPr>
            <a:lvl6pPr lvl="5">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6pPr>
            <a:lvl7pPr lvl="6">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7pPr>
            <a:lvl8pPr lvl="7">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8pPr>
            <a:lvl9pPr lvl="8">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9pPr>
          </a:lstStyle>
          <a:p/>
        </p:txBody>
      </p:sp>
      <p:sp>
        <p:nvSpPr>
          <p:cNvPr id="127" name="Google Shape;127;p14"/>
          <p:cNvSpPr/>
          <p:nvPr>
            <p:ph idx="2" type="pic"/>
          </p:nvPr>
        </p:nvSpPr>
        <p:spPr>
          <a:xfrm>
            <a:off x="75" y="2673275"/>
            <a:ext cx="3014400" cy="2471400"/>
          </a:xfrm>
          <a:prstGeom prst="snip1Rect">
            <a:avLst>
              <a:gd fmla="val 0" name="adj"/>
            </a:avLst>
          </a:prstGeom>
          <a:noFill/>
          <a:ln>
            <a:noFill/>
          </a:ln>
        </p:spPr>
      </p:sp>
      <p:sp>
        <p:nvSpPr>
          <p:cNvPr id="128" name="Google Shape;128;p14"/>
          <p:cNvSpPr/>
          <p:nvPr>
            <p:ph idx="3" type="pic"/>
          </p:nvPr>
        </p:nvSpPr>
        <p:spPr>
          <a:xfrm>
            <a:off x="5341625" y="-3800"/>
            <a:ext cx="3802500" cy="1899300"/>
          </a:xfrm>
          <a:prstGeom prst="snip1Rect">
            <a:avLst>
              <a:gd fmla="val 17337" name="adj"/>
            </a:avLst>
          </a:prstGeom>
          <a:noFill/>
          <a:ln>
            <a:noFill/>
          </a:ln>
        </p:spPr>
      </p:sp>
      <p:sp>
        <p:nvSpPr>
          <p:cNvPr id="129" name="Google Shape;129;p14"/>
          <p:cNvSpPr/>
          <p:nvPr/>
        </p:nvSpPr>
        <p:spPr>
          <a:xfrm>
            <a:off x="5341400" y="1709375"/>
            <a:ext cx="3802500" cy="3435300"/>
          </a:xfrm>
          <a:prstGeom prst="snip1Rect">
            <a:avLst>
              <a:gd fmla="val 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30" name="Google Shape;130;p14"/>
          <p:cNvSpPr/>
          <p:nvPr/>
        </p:nvSpPr>
        <p:spPr>
          <a:xfrm>
            <a:off x="3014300" y="2673275"/>
            <a:ext cx="2327100" cy="24714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31" name="Google Shape;131;p14"/>
          <p:cNvSpPr txBox="1"/>
          <p:nvPr>
            <p:ph idx="1" type="subTitle"/>
          </p:nvPr>
        </p:nvSpPr>
        <p:spPr>
          <a:xfrm>
            <a:off x="3364075" y="3159975"/>
            <a:ext cx="1459500" cy="18681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132" name="Google Shape;132;p14"/>
          <p:cNvSpPr txBox="1"/>
          <p:nvPr>
            <p:ph idx="4" type="subTitle"/>
          </p:nvPr>
        </p:nvSpPr>
        <p:spPr>
          <a:xfrm>
            <a:off x="5794450" y="2073450"/>
            <a:ext cx="1459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33" name="Google Shape;133;p14"/>
          <p:cNvSpPr txBox="1"/>
          <p:nvPr>
            <p:ph idx="5" type="subTitle"/>
          </p:nvPr>
        </p:nvSpPr>
        <p:spPr>
          <a:xfrm>
            <a:off x="7371675" y="2073450"/>
            <a:ext cx="1294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34" name="Google Shape;134;p14"/>
          <p:cNvSpPr txBox="1"/>
          <p:nvPr>
            <p:ph idx="6" type="subTitle"/>
          </p:nvPr>
        </p:nvSpPr>
        <p:spPr>
          <a:xfrm>
            <a:off x="5794450" y="3940350"/>
            <a:ext cx="2831400" cy="917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1">
  <p:cSld name="BLANK_1_1_1_1_1_1_1_1_1_1_1_1_1_1_1">
    <p:bg>
      <p:bgPr>
        <a:solidFill>
          <a:schemeClr val="lt1"/>
        </a:solidFill>
      </p:bgPr>
    </p:bg>
    <p:spTree>
      <p:nvGrpSpPr>
        <p:cNvPr id="135" name="Shape 135"/>
        <p:cNvGrpSpPr/>
        <p:nvPr/>
      </p:nvGrpSpPr>
      <p:grpSpPr>
        <a:xfrm>
          <a:off x="0" y="0"/>
          <a:ext cx="0" cy="0"/>
          <a:chOff x="0" y="0"/>
          <a:chExt cx="0" cy="0"/>
        </a:xfrm>
      </p:grpSpPr>
      <p:sp>
        <p:nvSpPr>
          <p:cNvPr id="136" name="Google Shape;136;p15"/>
          <p:cNvSpPr txBox="1"/>
          <p:nvPr>
            <p:ph idx="1" type="subTitle"/>
          </p:nvPr>
        </p:nvSpPr>
        <p:spPr>
          <a:xfrm>
            <a:off x="455153" y="1847050"/>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37" name="Google Shape;137;p15"/>
          <p:cNvSpPr txBox="1"/>
          <p:nvPr>
            <p:ph idx="2" type="subTitle"/>
          </p:nvPr>
        </p:nvSpPr>
        <p:spPr>
          <a:xfrm>
            <a:off x="455153" y="2961963"/>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38" name="Google Shape;138;p15"/>
          <p:cNvSpPr txBox="1"/>
          <p:nvPr>
            <p:ph idx="3" type="subTitle"/>
          </p:nvPr>
        </p:nvSpPr>
        <p:spPr>
          <a:xfrm>
            <a:off x="455146" y="3929375"/>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39" name="Google Shape;139;p15"/>
          <p:cNvSpPr txBox="1"/>
          <p:nvPr>
            <p:ph idx="4" type="subTitle"/>
          </p:nvPr>
        </p:nvSpPr>
        <p:spPr>
          <a:xfrm>
            <a:off x="178107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40" name="Google Shape;140;p15"/>
          <p:cNvSpPr txBox="1"/>
          <p:nvPr>
            <p:ph idx="5" type="subTitle"/>
          </p:nvPr>
        </p:nvSpPr>
        <p:spPr>
          <a:xfrm>
            <a:off x="3596300"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41" name="Google Shape;141;p15"/>
          <p:cNvSpPr txBox="1"/>
          <p:nvPr>
            <p:ph idx="6" type="subTitle"/>
          </p:nvPr>
        </p:nvSpPr>
        <p:spPr>
          <a:xfrm>
            <a:off x="541152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42" name="Google Shape;142;p15"/>
          <p:cNvSpPr txBox="1"/>
          <p:nvPr>
            <p:ph idx="7" type="subTitle"/>
          </p:nvPr>
        </p:nvSpPr>
        <p:spPr>
          <a:xfrm>
            <a:off x="7226750" y="1241375"/>
            <a:ext cx="1498800" cy="26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43" name="Google Shape;143;p15"/>
          <p:cNvSpPr txBox="1"/>
          <p:nvPr>
            <p:ph idx="8" type="subTitle"/>
          </p:nvPr>
        </p:nvSpPr>
        <p:spPr>
          <a:xfrm>
            <a:off x="19796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4" name="Google Shape;144;p15"/>
          <p:cNvSpPr txBox="1"/>
          <p:nvPr>
            <p:ph idx="9" type="subTitle"/>
          </p:nvPr>
        </p:nvSpPr>
        <p:spPr>
          <a:xfrm>
            <a:off x="19796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5" name="Google Shape;145;p15"/>
          <p:cNvSpPr txBox="1"/>
          <p:nvPr>
            <p:ph idx="13" type="subTitle"/>
          </p:nvPr>
        </p:nvSpPr>
        <p:spPr>
          <a:xfrm>
            <a:off x="19796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6" name="Google Shape;146;p15"/>
          <p:cNvSpPr txBox="1"/>
          <p:nvPr>
            <p:ph idx="14" type="subTitle"/>
          </p:nvPr>
        </p:nvSpPr>
        <p:spPr>
          <a:xfrm>
            <a:off x="38059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7" name="Google Shape;147;p15"/>
          <p:cNvSpPr txBox="1"/>
          <p:nvPr>
            <p:ph idx="15" type="subTitle"/>
          </p:nvPr>
        </p:nvSpPr>
        <p:spPr>
          <a:xfrm>
            <a:off x="38059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8" name="Google Shape;148;p15"/>
          <p:cNvSpPr txBox="1"/>
          <p:nvPr>
            <p:ph idx="16" type="subTitle"/>
          </p:nvPr>
        </p:nvSpPr>
        <p:spPr>
          <a:xfrm>
            <a:off x="38059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49" name="Google Shape;149;p15"/>
          <p:cNvSpPr txBox="1"/>
          <p:nvPr>
            <p:ph idx="17" type="subTitle"/>
          </p:nvPr>
        </p:nvSpPr>
        <p:spPr>
          <a:xfrm>
            <a:off x="56322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0" name="Google Shape;150;p15"/>
          <p:cNvSpPr txBox="1"/>
          <p:nvPr>
            <p:ph idx="18" type="subTitle"/>
          </p:nvPr>
        </p:nvSpPr>
        <p:spPr>
          <a:xfrm>
            <a:off x="56322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1" name="Google Shape;151;p15"/>
          <p:cNvSpPr txBox="1"/>
          <p:nvPr>
            <p:ph idx="19" type="subTitle"/>
          </p:nvPr>
        </p:nvSpPr>
        <p:spPr>
          <a:xfrm>
            <a:off x="56322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2" name="Google Shape;152;p15"/>
          <p:cNvSpPr txBox="1"/>
          <p:nvPr>
            <p:ph idx="20" type="subTitle"/>
          </p:nvPr>
        </p:nvSpPr>
        <p:spPr>
          <a:xfrm>
            <a:off x="74585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3" name="Google Shape;153;p15"/>
          <p:cNvSpPr txBox="1"/>
          <p:nvPr>
            <p:ph idx="21" type="subTitle"/>
          </p:nvPr>
        </p:nvSpPr>
        <p:spPr>
          <a:xfrm>
            <a:off x="74585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4" name="Google Shape;154;p15"/>
          <p:cNvSpPr txBox="1"/>
          <p:nvPr>
            <p:ph idx="22" type="subTitle"/>
          </p:nvPr>
        </p:nvSpPr>
        <p:spPr>
          <a:xfrm>
            <a:off x="74585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55" name="Google Shape;155;p15"/>
          <p:cNvSpPr txBox="1"/>
          <p:nvPr>
            <p:ph type="title"/>
          </p:nvPr>
        </p:nvSpPr>
        <p:spPr>
          <a:xfrm>
            <a:off x="452621" y="455239"/>
            <a:ext cx="6964800" cy="651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2">
  <p:cSld name="CUSTOM_14">
    <p:bg>
      <p:bgPr>
        <a:solidFill>
          <a:schemeClr val="lt1"/>
        </a:solidFill>
      </p:bgPr>
    </p:bg>
    <p:spTree>
      <p:nvGrpSpPr>
        <p:cNvPr id="156" name="Shape 156"/>
        <p:cNvGrpSpPr/>
        <p:nvPr/>
      </p:nvGrpSpPr>
      <p:grpSpPr>
        <a:xfrm>
          <a:off x="0" y="0"/>
          <a:ext cx="0" cy="0"/>
          <a:chOff x="0" y="0"/>
          <a:chExt cx="0" cy="0"/>
        </a:xfrm>
      </p:grpSpPr>
      <p:sp>
        <p:nvSpPr>
          <p:cNvPr id="157" name="Google Shape;157;p16"/>
          <p:cNvSpPr txBox="1"/>
          <p:nvPr>
            <p:ph type="title"/>
          </p:nvPr>
        </p:nvSpPr>
        <p:spPr>
          <a:xfrm>
            <a:off x="966625" y="1926200"/>
            <a:ext cx="1589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58" name="Google Shape;158;p16"/>
          <p:cNvSpPr txBox="1"/>
          <p:nvPr>
            <p:ph idx="2" type="title"/>
          </p:nvPr>
        </p:nvSpPr>
        <p:spPr>
          <a:xfrm>
            <a:off x="2768150" y="1926200"/>
            <a:ext cx="15189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59" name="Google Shape;159;p16"/>
          <p:cNvSpPr txBox="1"/>
          <p:nvPr>
            <p:ph idx="3" type="title"/>
          </p:nvPr>
        </p:nvSpPr>
        <p:spPr>
          <a:xfrm>
            <a:off x="4609425" y="1926200"/>
            <a:ext cx="16200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60" name="Google Shape;160;p16"/>
          <p:cNvSpPr txBox="1"/>
          <p:nvPr>
            <p:ph idx="4" type="title"/>
          </p:nvPr>
        </p:nvSpPr>
        <p:spPr>
          <a:xfrm>
            <a:off x="2876400"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161" name="Google Shape;161;p16"/>
          <p:cNvSpPr txBox="1"/>
          <p:nvPr>
            <p:ph idx="5" type="title"/>
          </p:nvPr>
        </p:nvSpPr>
        <p:spPr>
          <a:xfrm>
            <a:off x="6564575"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162" name="Google Shape;162;p16"/>
          <p:cNvSpPr txBox="1"/>
          <p:nvPr>
            <p:ph idx="6" type="title"/>
          </p:nvPr>
        </p:nvSpPr>
        <p:spPr>
          <a:xfrm>
            <a:off x="966625"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63" name="Google Shape;163;p16"/>
          <p:cNvSpPr txBox="1"/>
          <p:nvPr>
            <p:ph idx="7" type="title"/>
          </p:nvPr>
        </p:nvSpPr>
        <p:spPr>
          <a:xfrm>
            <a:off x="2768161"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64" name="Google Shape;164;p16"/>
          <p:cNvSpPr txBox="1"/>
          <p:nvPr>
            <p:ph idx="8" type="title"/>
          </p:nvPr>
        </p:nvSpPr>
        <p:spPr>
          <a:xfrm>
            <a:off x="4609425" y="2228000"/>
            <a:ext cx="13767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65" name="Google Shape;165;p16"/>
          <p:cNvSpPr txBox="1"/>
          <p:nvPr>
            <p:ph idx="9" type="title"/>
          </p:nvPr>
        </p:nvSpPr>
        <p:spPr>
          <a:xfrm>
            <a:off x="6437300" y="1926200"/>
            <a:ext cx="1376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66" name="Google Shape;166;p16"/>
          <p:cNvSpPr txBox="1"/>
          <p:nvPr>
            <p:ph idx="13" type="title"/>
          </p:nvPr>
        </p:nvSpPr>
        <p:spPr>
          <a:xfrm>
            <a:off x="6437293" y="2228000"/>
            <a:ext cx="12444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67" name="Google Shape;167;p16"/>
          <p:cNvSpPr txBox="1"/>
          <p:nvPr>
            <p:ph idx="14" type="title"/>
          </p:nvPr>
        </p:nvSpPr>
        <p:spPr>
          <a:xfrm>
            <a:off x="474675" y="467679"/>
            <a:ext cx="3593100" cy="10083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1500"/>
              <a:buNone/>
              <a:defRPr sz="1500">
                <a:solidFill>
                  <a:schemeClr val="accent6"/>
                </a:solidFill>
              </a:defRPr>
            </a:lvl1pPr>
            <a:lvl2pPr lvl="1">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3">
  <p:cSld name="BLANK_1_1_1_1_1_1_1_1_1_1_1_1_1_1_2">
    <p:bg>
      <p:bgPr>
        <a:solidFill>
          <a:schemeClr val="lt1"/>
        </a:solidFill>
      </p:bgPr>
    </p:bg>
    <p:spTree>
      <p:nvGrpSpPr>
        <p:cNvPr id="168" name="Shape 168"/>
        <p:cNvGrpSpPr/>
        <p:nvPr/>
      </p:nvGrpSpPr>
      <p:grpSpPr>
        <a:xfrm>
          <a:off x="0" y="0"/>
          <a:ext cx="0" cy="0"/>
          <a:chOff x="0" y="0"/>
          <a:chExt cx="0" cy="0"/>
        </a:xfrm>
      </p:grpSpPr>
      <p:sp>
        <p:nvSpPr>
          <p:cNvPr id="169" name="Google Shape;169;p17"/>
          <p:cNvSpPr/>
          <p:nvPr/>
        </p:nvSpPr>
        <p:spPr>
          <a:xfrm>
            <a:off x="2070256"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0" name="Google Shape;170;p17"/>
          <p:cNvSpPr/>
          <p:nvPr/>
        </p:nvSpPr>
        <p:spPr>
          <a:xfrm>
            <a:off x="847072"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1" name="Google Shape;171;p17"/>
          <p:cNvSpPr/>
          <p:nvPr/>
        </p:nvSpPr>
        <p:spPr>
          <a:xfrm>
            <a:off x="203824"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2" name="Google Shape;172;p17"/>
          <p:cNvSpPr/>
          <p:nvPr/>
        </p:nvSpPr>
        <p:spPr>
          <a:xfrm>
            <a:off x="0" y="432050"/>
            <a:ext cx="46656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3" name="Google Shape;173;p17"/>
          <p:cNvSpPr txBox="1"/>
          <p:nvPr>
            <p:ph type="title"/>
          </p:nvPr>
        </p:nvSpPr>
        <p:spPr>
          <a:xfrm>
            <a:off x="443725" y="920775"/>
            <a:ext cx="3730500" cy="1095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2400"/>
              <a:buNone/>
              <a:defRPr sz="2400">
                <a:solidFill>
                  <a:schemeClr val="accent6"/>
                </a:solidFill>
              </a:defRPr>
            </a:lvl1pPr>
            <a:lvl2pPr lvl="1">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9pPr>
          </a:lstStyle>
          <a:p/>
        </p:txBody>
      </p:sp>
      <p:sp>
        <p:nvSpPr>
          <p:cNvPr id="174" name="Google Shape;174;p17"/>
          <p:cNvSpPr/>
          <p:nvPr/>
        </p:nvSpPr>
        <p:spPr>
          <a:xfrm>
            <a:off x="24725" y="2393073"/>
            <a:ext cx="9144000" cy="2750400"/>
          </a:xfrm>
          <a:prstGeom prst="snip1Rect">
            <a:avLst>
              <a:gd fmla="val 1595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5" name="Google Shape;175;p17"/>
          <p:cNvSpPr/>
          <p:nvPr/>
        </p:nvSpPr>
        <p:spPr>
          <a:xfrm>
            <a:off x="0" y="2393075"/>
            <a:ext cx="3186600" cy="2750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76" name="Google Shape;176;p17"/>
          <p:cNvSpPr txBox="1"/>
          <p:nvPr>
            <p:ph idx="2" type="title"/>
          </p:nvPr>
        </p:nvSpPr>
        <p:spPr>
          <a:xfrm>
            <a:off x="507250" y="2657169"/>
            <a:ext cx="2344800" cy="446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900"/>
              <a:buFont typeface="Quantico"/>
              <a:buNone/>
              <a:defRPr b="1" sz="1200"/>
            </a:lvl1pPr>
            <a:lvl2pPr lvl="1">
              <a:lnSpc>
                <a:spcPct val="100000"/>
              </a:lnSpc>
              <a:spcBef>
                <a:spcPts val="0"/>
              </a:spcBef>
              <a:spcAft>
                <a:spcPts val="0"/>
              </a:spcAft>
              <a:buClr>
                <a:schemeClr val="dk1"/>
              </a:buClr>
              <a:buSzPts val="3000"/>
              <a:buNone/>
              <a:defRPr b="1" sz="1300">
                <a:latin typeface="Lato"/>
                <a:ea typeface="Lato"/>
                <a:cs typeface="Lato"/>
                <a:sym typeface="Lato"/>
              </a:defRPr>
            </a:lvl2pPr>
            <a:lvl3pPr lvl="2">
              <a:lnSpc>
                <a:spcPct val="100000"/>
              </a:lnSpc>
              <a:spcBef>
                <a:spcPts val="0"/>
              </a:spcBef>
              <a:spcAft>
                <a:spcPts val="0"/>
              </a:spcAft>
              <a:buClr>
                <a:schemeClr val="dk1"/>
              </a:buClr>
              <a:buSzPts val="3000"/>
              <a:buNone/>
              <a:defRPr b="1" sz="1300">
                <a:latin typeface="Lato"/>
                <a:ea typeface="Lato"/>
                <a:cs typeface="Lato"/>
                <a:sym typeface="Lato"/>
              </a:defRPr>
            </a:lvl3pPr>
            <a:lvl4pPr lvl="3">
              <a:lnSpc>
                <a:spcPct val="100000"/>
              </a:lnSpc>
              <a:spcBef>
                <a:spcPts val="0"/>
              </a:spcBef>
              <a:spcAft>
                <a:spcPts val="0"/>
              </a:spcAft>
              <a:buClr>
                <a:schemeClr val="dk1"/>
              </a:buClr>
              <a:buSzPts val="3000"/>
              <a:buNone/>
              <a:defRPr b="1" sz="1300">
                <a:latin typeface="Lato"/>
                <a:ea typeface="Lato"/>
                <a:cs typeface="Lato"/>
                <a:sym typeface="Lato"/>
              </a:defRPr>
            </a:lvl4pPr>
            <a:lvl5pPr lvl="4">
              <a:lnSpc>
                <a:spcPct val="100000"/>
              </a:lnSpc>
              <a:spcBef>
                <a:spcPts val="0"/>
              </a:spcBef>
              <a:spcAft>
                <a:spcPts val="0"/>
              </a:spcAft>
              <a:buClr>
                <a:schemeClr val="dk1"/>
              </a:buClr>
              <a:buSzPts val="3000"/>
              <a:buNone/>
              <a:defRPr b="1" sz="1300">
                <a:latin typeface="Lato"/>
                <a:ea typeface="Lato"/>
                <a:cs typeface="Lato"/>
                <a:sym typeface="Lato"/>
              </a:defRPr>
            </a:lvl5pPr>
            <a:lvl6pPr lvl="5">
              <a:lnSpc>
                <a:spcPct val="100000"/>
              </a:lnSpc>
              <a:spcBef>
                <a:spcPts val="0"/>
              </a:spcBef>
              <a:spcAft>
                <a:spcPts val="0"/>
              </a:spcAft>
              <a:buClr>
                <a:schemeClr val="dk1"/>
              </a:buClr>
              <a:buSzPts val="3000"/>
              <a:buNone/>
              <a:defRPr b="1" sz="1300">
                <a:latin typeface="Lato"/>
                <a:ea typeface="Lato"/>
                <a:cs typeface="Lato"/>
                <a:sym typeface="Lato"/>
              </a:defRPr>
            </a:lvl6pPr>
            <a:lvl7pPr lvl="6">
              <a:lnSpc>
                <a:spcPct val="100000"/>
              </a:lnSpc>
              <a:spcBef>
                <a:spcPts val="0"/>
              </a:spcBef>
              <a:spcAft>
                <a:spcPts val="0"/>
              </a:spcAft>
              <a:buClr>
                <a:schemeClr val="dk1"/>
              </a:buClr>
              <a:buSzPts val="3000"/>
              <a:buNone/>
              <a:defRPr b="1" sz="1300">
                <a:latin typeface="Lato"/>
                <a:ea typeface="Lato"/>
                <a:cs typeface="Lato"/>
                <a:sym typeface="Lato"/>
              </a:defRPr>
            </a:lvl7pPr>
            <a:lvl8pPr lvl="7">
              <a:lnSpc>
                <a:spcPct val="100000"/>
              </a:lnSpc>
              <a:spcBef>
                <a:spcPts val="0"/>
              </a:spcBef>
              <a:spcAft>
                <a:spcPts val="0"/>
              </a:spcAft>
              <a:buClr>
                <a:schemeClr val="dk1"/>
              </a:buClr>
              <a:buSzPts val="3000"/>
              <a:buNone/>
              <a:defRPr b="1" sz="1300">
                <a:latin typeface="Lato"/>
                <a:ea typeface="Lato"/>
                <a:cs typeface="Lato"/>
                <a:sym typeface="Lato"/>
              </a:defRPr>
            </a:lvl8pPr>
            <a:lvl9pPr lvl="8">
              <a:lnSpc>
                <a:spcPct val="100000"/>
              </a:lnSpc>
              <a:spcBef>
                <a:spcPts val="0"/>
              </a:spcBef>
              <a:spcAft>
                <a:spcPts val="0"/>
              </a:spcAft>
              <a:buClr>
                <a:schemeClr val="dk1"/>
              </a:buClr>
              <a:buSzPts val="3000"/>
              <a:buNone/>
              <a:defRPr b="1" sz="1300">
                <a:latin typeface="Lato"/>
                <a:ea typeface="Lato"/>
                <a:cs typeface="Lato"/>
                <a:sym typeface="Lato"/>
              </a:defRPr>
            </a:lvl9pPr>
          </a:lstStyle>
          <a:p/>
        </p:txBody>
      </p:sp>
      <p:sp>
        <p:nvSpPr>
          <p:cNvPr id="177" name="Google Shape;177;p17"/>
          <p:cNvSpPr txBox="1"/>
          <p:nvPr>
            <p:ph idx="3" type="title"/>
          </p:nvPr>
        </p:nvSpPr>
        <p:spPr>
          <a:xfrm>
            <a:off x="454725" y="1387875"/>
            <a:ext cx="3109200" cy="708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1pPr>
            <a:lvl2pPr lvl="1">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2pPr>
            <a:lvl3pPr lvl="2">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3pPr>
            <a:lvl4pPr lvl="3">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4pPr>
            <a:lvl5pPr lvl="4">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5pPr>
            <a:lvl6pPr lvl="5">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6pPr>
            <a:lvl7pPr lvl="6">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7pPr>
            <a:lvl8pPr lvl="7">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8pPr>
            <a:lvl9pPr lvl="8">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9pPr>
          </a:lstStyle>
          <a:p/>
        </p:txBody>
      </p:sp>
      <p:sp>
        <p:nvSpPr>
          <p:cNvPr id="178" name="Google Shape;178;p17"/>
          <p:cNvSpPr txBox="1"/>
          <p:nvPr>
            <p:ph idx="4" type="title"/>
          </p:nvPr>
        </p:nvSpPr>
        <p:spPr>
          <a:xfrm>
            <a:off x="507250" y="3648688"/>
            <a:ext cx="21378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Font typeface="Quantico"/>
              <a:buNone/>
              <a:defRPr b="1" sz="13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79" name="Google Shape;179;p17"/>
          <p:cNvSpPr txBox="1"/>
          <p:nvPr>
            <p:ph idx="5" type="title"/>
          </p:nvPr>
        </p:nvSpPr>
        <p:spPr>
          <a:xfrm>
            <a:off x="507250" y="3960850"/>
            <a:ext cx="2242500" cy="708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0" name="Google Shape;180;p17"/>
          <p:cNvSpPr txBox="1"/>
          <p:nvPr>
            <p:ph idx="6" type="title"/>
          </p:nvPr>
        </p:nvSpPr>
        <p:spPr>
          <a:xfrm>
            <a:off x="507250" y="2950200"/>
            <a:ext cx="22425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1" name="Google Shape;181;p17"/>
          <p:cNvSpPr txBox="1"/>
          <p:nvPr>
            <p:ph idx="7" type="title"/>
          </p:nvPr>
        </p:nvSpPr>
        <p:spPr>
          <a:xfrm>
            <a:off x="5654225" y="2657175"/>
            <a:ext cx="9612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82" name="Google Shape;182;p17"/>
          <p:cNvSpPr txBox="1"/>
          <p:nvPr>
            <p:ph idx="8" type="title"/>
          </p:nvPr>
        </p:nvSpPr>
        <p:spPr>
          <a:xfrm>
            <a:off x="7295800" y="2657175"/>
            <a:ext cx="11091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83" name="Google Shape;183;p17"/>
          <p:cNvSpPr txBox="1"/>
          <p:nvPr>
            <p:ph idx="9" type="title"/>
          </p:nvPr>
        </p:nvSpPr>
        <p:spPr>
          <a:xfrm>
            <a:off x="3958525" y="2657175"/>
            <a:ext cx="10035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84" name="Google Shape;184;p17"/>
          <p:cNvSpPr txBox="1"/>
          <p:nvPr>
            <p:ph idx="13" type="title"/>
          </p:nvPr>
        </p:nvSpPr>
        <p:spPr>
          <a:xfrm>
            <a:off x="3477950" y="3170975"/>
            <a:ext cx="15834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5" name="Google Shape;185;p17"/>
          <p:cNvSpPr txBox="1"/>
          <p:nvPr>
            <p:ph idx="14" type="title"/>
          </p:nvPr>
        </p:nvSpPr>
        <p:spPr>
          <a:xfrm>
            <a:off x="5156125" y="3170975"/>
            <a:ext cx="15516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6" name="Google Shape;186;p17"/>
          <p:cNvSpPr txBox="1"/>
          <p:nvPr>
            <p:ph idx="15" type="title"/>
          </p:nvPr>
        </p:nvSpPr>
        <p:spPr>
          <a:xfrm>
            <a:off x="6837850" y="3170975"/>
            <a:ext cx="2022000" cy="1596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7" name="Google Shape;187;p17"/>
          <p:cNvSpPr txBox="1"/>
          <p:nvPr>
            <p:ph idx="16" type="title"/>
          </p:nvPr>
        </p:nvSpPr>
        <p:spPr>
          <a:xfrm>
            <a:off x="3624875" y="4016425"/>
            <a:ext cx="14364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88" name="Google Shape;188;p17"/>
          <p:cNvSpPr txBox="1"/>
          <p:nvPr>
            <p:ph idx="17" type="title"/>
          </p:nvPr>
        </p:nvSpPr>
        <p:spPr>
          <a:xfrm>
            <a:off x="5303050" y="4016425"/>
            <a:ext cx="14046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4">
  <p:cSld name="CUSTOM_5_1">
    <p:bg>
      <p:bgPr>
        <a:solidFill>
          <a:schemeClr val="lt1"/>
        </a:solidFill>
      </p:bgPr>
    </p:bg>
    <p:spTree>
      <p:nvGrpSpPr>
        <p:cNvPr id="189" name="Shape 189"/>
        <p:cNvGrpSpPr/>
        <p:nvPr/>
      </p:nvGrpSpPr>
      <p:grpSpPr>
        <a:xfrm>
          <a:off x="0" y="0"/>
          <a:ext cx="0" cy="0"/>
          <a:chOff x="0" y="0"/>
          <a:chExt cx="0" cy="0"/>
        </a:xfrm>
      </p:grpSpPr>
      <p:sp>
        <p:nvSpPr>
          <p:cNvPr id="190" name="Google Shape;190;p18"/>
          <p:cNvSpPr/>
          <p:nvPr/>
        </p:nvSpPr>
        <p:spPr>
          <a:xfrm>
            <a:off x="1067025" y="437190"/>
            <a:ext cx="7197300" cy="38658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91" name="Google Shape;191;p18"/>
          <p:cNvSpPr/>
          <p:nvPr/>
        </p:nvSpPr>
        <p:spPr>
          <a:xfrm>
            <a:off x="1491600" y="1330871"/>
            <a:ext cx="7197300" cy="36744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92" name="Google Shape;192;p18"/>
          <p:cNvSpPr/>
          <p:nvPr/>
        </p:nvSpPr>
        <p:spPr>
          <a:xfrm>
            <a:off x="114875" y="875230"/>
            <a:ext cx="7197300" cy="39771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93" name="Google Shape;193;p18"/>
          <p:cNvSpPr/>
          <p:nvPr/>
        </p:nvSpPr>
        <p:spPr>
          <a:xfrm>
            <a:off x="-8050" y="432050"/>
            <a:ext cx="36867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94" name="Google Shape;194;p18"/>
          <p:cNvSpPr txBox="1"/>
          <p:nvPr>
            <p:ph type="title"/>
          </p:nvPr>
        </p:nvSpPr>
        <p:spPr>
          <a:xfrm>
            <a:off x="451900" y="843775"/>
            <a:ext cx="2968200" cy="10398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195" name="Google Shape;195;p18"/>
          <p:cNvSpPr txBox="1"/>
          <p:nvPr>
            <p:ph idx="1" type="subTitle"/>
          </p:nvPr>
        </p:nvSpPr>
        <p:spPr>
          <a:xfrm>
            <a:off x="478650" y="2476500"/>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196" name="Google Shape;196;p18"/>
          <p:cNvSpPr txBox="1"/>
          <p:nvPr>
            <p:ph idx="2" type="title"/>
          </p:nvPr>
        </p:nvSpPr>
        <p:spPr>
          <a:xfrm>
            <a:off x="488175" y="2044800"/>
            <a:ext cx="14520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197" name="Google Shape;197;p18"/>
          <p:cNvSpPr txBox="1"/>
          <p:nvPr>
            <p:ph idx="3" type="subTitle"/>
          </p:nvPr>
        </p:nvSpPr>
        <p:spPr>
          <a:xfrm>
            <a:off x="2102625"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198" name="Google Shape;198;p18"/>
          <p:cNvSpPr txBox="1"/>
          <p:nvPr>
            <p:ph idx="4" type="title"/>
          </p:nvPr>
        </p:nvSpPr>
        <p:spPr>
          <a:xfrm>
            <a:off x="2102625" y="2044800"/>
            <a:ext cx="15825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199" name="Google Shape;199;p18"/>
          <p:cNvSpPr txBox="1"/>
          <p:nvPr>
            <p:ph idx="5" type="subTitle"/>
          </p:nvPr>
        </p:nvSpPr>
        <p:spPr>
          <a:xfrm>
            <a:off x="3875050"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00" name="Google Shape;200;p18"/>
          <p:cNvSpPr txBox="1"/>
          <p:nvPr>
            <p:ph idx="6" type="title"/>
          </p:nvPr>
        </p:nvSpPr>
        <p:spPr>
          <a:xfrm>
            <a:off x="3875051"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01" name="Google Shape;201;p18"/>
          <p:cNvSpPr txBox="1"/>
          <p:nvPr>
            <p:ph idx="7" type="subTitle"/>
          </p:nvPr>
        </p:nvSpPr>
        <p:spPr>
          <a:xfrm>
            <a:off x="5618263"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02" name="Google Shape;202;p18"/>
          <p:cNvSpPr txBox="1"/>
          <p:nvPr>
            <p:ph idx="8" type="title"/>
          </p:nvPr>
        </p:nvSpPr>
        <p:spPr>
          <a:xfrm>
            <a:off x="5618275"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03" name="Google Shape;203;p18"/>
          <p:cNvSpPr txBox="1"/>
          <p:nvPr>
            <p:ph idx="9" type="subTitle"/>
          </p:nvPr>
        </p:nvSpPr>
        <p:spPr>
          <a:xfrm>
            <a:off x="7354438"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204" name="Google Shape;204;p18"/>
          <p:cNvSpPr txBox="1"/>
          <p:nvPr>
            <p:ph idx="13" type="title"/>
          </p:nvPr>
        </p:nvSpPr>
        <p:spPr>
          <a:xfrm>
            <a:off x="7354449" y="2044799"/>
            <a:ext cx="17976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205" name="Google Shape;205;p18"/>
          <p:cNvSpPr txBox="1"/>
          <p:nvPr>
            <p:ph idx="14" type="subTitle"/>
          </p:nvPr>
        </p:nvSpPr>
        <p:spPr>
          <a:xfrm>
            <a:off x="478650" y="3104100"/>
            <a:ext cx="1452000" cy="61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06" name="Google Shape;206;p18"/>
          <p:cNvSpPr txBox="1"/>
          <p:nvPr>
            <p:ph idx="15" type="subTitle"/>
          </p:nvPr>
        </p:nvSpPr>
        <p:spPr>
          <a:xfrm>
            <a:off x="2102625" y="3104100"/>
            <a:ext cx="1582500" cy="642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07" name="Google Shape;207;p18"/>
          <p:cNvSpPr txBox="1"/>
          <p:nvPr>
            <p:ph idx="16" type="subTitle"/>
          </p:nvPr>
        </p:nvSpPr>
        <p:spPr>
          <a:xfrm>
            <a:off x="5618275"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08" name="Google Shape;208;p18"/>
          <p:cNvSpPr txBox="1"/>
          <p:nvPr>
            <p:ph idx="17" type="subTitle"/>
          </p:nvPr>
        </p:nvSpPr>
        <p:spPr>
          <a:xfrm>
            <a:off x="7354450"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09" name="Google Shape;209;p18"/>
          <p:cNvSpPr txBox="1"/>
          <p:nvPr>
            <p:ph idx="18" type="subTitle"/>
          </p:nvPr>
        </p:nvSpPr>
        <p:spPr>
          <a:xfrm>
            <a:off x="625400" y="3960650"/>
            <a:ext cx="11397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Char char="●"/>
              <a:defRPr>
                <a:solidFill>
                  <a:schemeClr val="dk1"/>
                </a:solidFill>
              </a:defRPr>
            </a:lvl1pPr>
            <a:lvl2pPr lvl="1">
              <a:lnSpc>
                <a:spcPct val="100000"/>
              </a:lnSpc>
              <a:spcBef>
                <a:spcPts val="1000"/>
              </a:spcBef>
              <a:spcAft>
                <a:spcPts val="0"/>
              </a:spcAft>
              <a:buClr>
                <a:schemeClr val="dk1"/>
              </a:buClr>
              <a:buSzPts val="1200"/>
              <a:buFont typeface="Lato"/>
              <a:buChar char="○"/>
              <a:defRPr>
                <a:solidFill>
                  <a:schemeClr val="dk1"/>
                </a:solidFill>
              </a:defRPr>
            </a:lvl2pPr>
            <a:lvl3pPr lvl="2">
              <a:lnSpc>
                <a:spcPct val="100000"/>
              </a:lnSpc>
              <a:spcBef>
                <a:spcPts val="1000"/>
              </a:spcBef>
              <a:spcAft>
                <a:spcPts val="0"/>
              </a:spcAft>
              <a:buClr>
                <a:schemeClr val="dk1"/>
              </a:buClr>
              <a:buSzPts val="1200"/>
              <a:buFont typeface="Lato"/>
              <a:buChar char="■"/>
              <a:defRPr>
                <a:solidFill>
                  <a:schemeClr val="dk1"/>
                </a:solidFill>
              </a:defRPr>
            </a:lvl3pPr>
            <a:lvl4pPr lvl="3">
              <a:lnSpc>
                <a:spcPct val="100000"/>
              </a:lnSpc>
              <a:spcBef>
                <a:spcPts val="1000"/>
              </a:spcBef>
              <a:spcAft>
                <a:spcPts val="0"/>
              </a:spcAft>
              <a:buClr>
                <a:schemeClr val="dk1"/>
              </a:buClr>
              <a:buSzPts val="1200"/>
              <a:buFont typeface="Lato"/>
              <a:buChar char="●"/>
              <a:defRPr>
                <a:solidFill>
                  <a:schemeClr val="dk1"/>
                </a:solidFill>
              </a:defRPr>
            </a:lvl4pPr>
            <a:lvl5pPr lvl="4">
              <a:lnSpc>
                <a:spcPct val="100000"/>
              </a:lnSpc>
              <a:spcBef>
                <a:spcPts val="1000"/>
              </a:spcBef>
              <a:spcAft>
                <a:spcPts val="0"/>
              </a:spcAft>
              <a:buClr>
                <a:schemeClr val="dk1"/>
              </a:buClr>
              <a:buSzPts val="1200"/>
              <a:buFont typeface="Lato"/>
              <a:buChar char="○"/>
              <a:defRPr>
                <a:solidFill>
                  <a:schemeClr val="dk1"/>
                </a:solidFill>
              </a:defRPr>
            </a:lvl5pPr>
            <a:lvl6pPr lvl="5">
              <a:lnSpc>
                <a:spcPct val="100000"/>
              </a:lnSpc>
              <a:spcBef>
                <a:spcPts val="1000"/>
              </a:spcBef>
              <a:spcAft>
                <a:spcPts val="0"/>
              </a:spcAft>
              <a:buClr>
                <a:schemeClr val="dk1"/>
              </a:buClr>
              <a:buSzPts val="1200"/>
              <a:buFont typeface="Lato"/>
              <a:buChar char="■"/>
              <a:defRPr>
                <a:solidFill>
                  <a:schemeClr val="dk1"/>
                </a:solidFill>
              </a:defRPr>
            </a:lvl6pPr>
            <a:lvl7pPr lvl="6">
              <a:lnSpc>
                <a:spcPct val="100000"/>
              </a:lnSpc>
              <a:spcBef>
                <a:spcPts val="1000"/>
              </a:spcBef>
              <a:spcAft>
                <a:spcPts val="0"/>
              </a:spcAft>
              <a:buClr>
                <a:schemeClr val="dk1"/>
              </a:buClr>
              <a:buSzPts val="1200"/>
              <a:buFont typeface="Lato"/>
              <a:buChar char="●"/>
              <a:defRPr>
                <a:solidFill>
                  <a:schemeClr val="dk1"/>
                </a:solidFill>
              </a:defRPr>
            </a:lvl7pPr>
            <a:lvl8pPr lvl="7">
              <a:lnSpc>
                <a:spcPct val="100000"/>
              </a:lnSpc>
              <a:spcBef>
                <a:spcPts val="1000"/>
              </a:spcBef>
              <a:spcAft>
                <a:spcPts val="0"/>
              </a:spcAft>
              <a:buClr>
                <a:schemeClr val="dk1"/>
              </a:buClr>
              <a:buSzPts val="1200"/>
              <a:buFont typeface="Lato"/>
              <a:buChar char="○"/>
              <a:defRPr>
                <a:solidFill>
                  <a:schemeClr val="dk1"/>
                </a:solidFill>
              </a:defRPr>
            </a:lvl8pPr>
            <a:lvl9pPr lvl="8">
              <a:lnSpc>
                <a:spcPct val="100000"/>
              </a:lnSpc>
              <a:spcBef>
                <a:spcPts val="1000"/>
              </a:spcBef>
              <a:spcAft>
                <a:spcPts val="1000"/>
              </a:spcAft>
              <a:buClr>
                <a:schemeClr val="dk1"/>
              </a:buClr>
              <a:buSzPts val="1200"/>
              <a:buFont typeface="Lato"/>
              <a:buChar char="■"/>
              <a:defRPr>
                <a:solidFill>
                  <a:schemeClr val="dk1"/>
                </a:solidFill>
              </a:defRPr>
            </a:lvl9pPr>
          </a:lstStyle>
          <a:p/>
        </p:txBody>
      </p:sp>
      <p:sp>
        <p:nvSpPr>
          <p:cNvPr id="210" name="Google Shape;210;p18"/>
          <p:cNvSpPr txBox="1"/>
          <p:nvPr>
            <p:ph idx="19" type="subTitle"/>
          </p:nvPr>
        </p:nvSpPr>
        <p:spPr>
          <a:xfrm>
            <a:off x="2239700" y="3960657"/>
            <a:ext cx="1139700" cy="813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11" name="Google Shape;211;p18"/>
          <p:cNvSpPr txBox="1"/>
          <p:nvPr>
            <p:ph idx="20" type="subTitle"/>
          </p:nvPr>
        </p:nvSpPr>
        <p:spPr>
          <a:xfrm>
            <a:off x="4021800" y="3960660"/>
            <a:ext cx="11397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12" name="Google Shape;212;p18"/>
          <p:cNvSpPr txBox="1"/>
          <p:nvPr>
            <p:ph idx="21" type="subTitle"/>
          </p:nvPr>
        </p:nvSpPr>
        <p:spPr>
          <a:xfrm>
            <a:off x="5765025" y="3960650"/>
            <a:ext cx="14112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13" name="Google Shape;213;p18"/>
          <p:cNvSpPr txBox="1"/>
          <p:nvPr>
            <p:ph idx="22" type="subTitle"/>
          </p:nvPr>
        </p:nvSpPr>
        <p:spPr>
          <a:xfrm>
            <a:off x="7491550" y="3960657"/>
            <a:ext cx="1139700" cy="774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214" name="Google Shape;214;p18"/>
          <p:cNvSpPr txBox="1"/>
          <p:nvPr>
            <p:ph idx="23" type="subTitle"/>
          </p:nvPr>
        </p:nvSpPr>
        <p:spPr>
          <a:xfrm>
            <a:off x="3875050" y="3104100"/>
            <a:ext cx="15579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1">
  <p:cSld name="CUSTOM_5_1_1_1_4">
    <p:spTree>
      <p:nvGrpSpPr>
        <p:cNvPr id="215" name="Shape 215"/>
        <p:cNvGrpSpPr/>
        <p:nvPr/>
      </p:nvGrpSpPr>
      <p:grpSpPr>
        <a:xfrm>
          <a:off x="0" y="0"/>
          <a:ext cx="0" cy="0"/>
          <a:chOff x="0" y="0"/>
          <a:chExt cx="0" cy="0"/>
        </a:xfrm>
      </p:grpSpPr>
      <p:sp>
        <p:nvSpPr>
          <p:cNvPr id="216" name="Google Shape;216;p19"/>
          <p:cNvSpPr/>
          <p:nvPr>
            <p:ph idx="2" type="pic"/>
          </p:nvPr>
        </p:nvSpPr>
        <p:spPr>
          <a:xfrm>
            <a:off x="-1600" y="1969350"/>
            <a:ext cx="9144000" cy="3174600"/>
          </a:xfrm>
          <a:prstGeom prst="snip1Rect">
            <a:avLst>
              <a:gd fmla="val 19548" name="adj"/>
            </a:avLst>
          </a:prstGeom>
          <a:noFill/>
          <a:ln>
            <a:noFill/>
          </a:ln>
        </p:spPr>
      </p:sp>
      <p:sp>
        <p:nvSpPr>
          <p:cNvPr id="217" name="Google Shape;217;p19"/>
          <p:cNvSpPr txBox="1"/>
          <p:nvPr>
            <p:ph type="title"/>
          </p:nvPr>
        </p:nvSpPr>
        <p:spPr>
          <a:xfrm>
            <a:off x="5254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18" name="Google Shape;218;p19"/>
          <p:cNvSpPr txBox="1"/>
          <p:nvPr>
            <p:ph idx="1" type="body"/>
          </p:nvPr>
        </p:nvSpPr>
        <p:spPr>
          <a:xfrm>
            <a:off x="5254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19" name="Google Shape;219;p19"/>
          <p:cNvSpPr txBox="1"/>
          <p:nvPr>
            <p:ph idx="3" type="title"/>
          </p:nvPr>
        </p:nvSpPr>
        <p:spPr>
          <a:xfrm>
            <a:off x="24096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20" name="Google Shape;220;p19"/>
          <p:cNvSpPr txBox="1"/>
          <p:nvPr>
            <p:ph idx="4" type="body"/>
          </p:nvPr>
        </p:nvSpPr>
        <p:spPr>
          <a:xfrm>
            <a:off x="24096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21" name="Google Shape;221;p19"/>
          <p:cNvSpPr txBox="1"/>
          <p:nvPr>
            <p:ph idx="5" type="title"/>
          </p:nvPr>
        </p:nvSpPr>
        <p:spPr>
          <a:xfrm>
            <a:off x="42938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22" name="Google Shape;222;p19"/>
          <p:cNvSpPr txBox="1"/>
          <p:nvPr>
            <p:ph idx="6" type="body"/>
          </p:nvPr>
        </p:nvSpPr>
        <p:spPr>
          <a:xfrm>
            <a:off x="42938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23" name="Google Shape;223;p19"/>
          <p:cNvSpPr txBox="1"/>
          <p:nvPr>
            <p:ph idx="7" type="title"/>
          </p:nvPr>
        </p:nvSpPr>
        <p:spPr>
          <a:xfrm>
            <a:off x="61780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224" name="Google Shape;224;p19"/>
          <p:cNvSpPr txBox="1"/>
          <p:nvPr>
            <p:ph idx="8" type="body"/>
          </p:nvPr>
        </p:nvSpPr>
        <p:spPr>
          <a:xfrm>
            <a:off x="61780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225" name="Google Shape;225;p19"/>
          <p:cNvSpPr txBox="1"/>
          <p:nvPr>
            <p:ph idx="9" type="subTitle"/>
          </p:nvPr>
        </p:nvSpPr>
        <p:spPr>
          <a:xfrm>
            <a:off x="24096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26" name="Google Shape;226;p19"/>
          <p:cNvSpPr txBox="1"/>
          <p:nvPr>
            <p:ph idx="13" type="subTitle"/>
          </p:nvPr>
        </p:nvSpPr>
        <p:spPr>
          <a:xfrm>
            <a:off x="5254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27" name="Google Shape;227;p19"/>
          <p:cNvSpPr txBox="1"/>
          <p:nvPr>
            <p:ph idx="14" type="subTitle"/>
          </p:nvPr>
        </p:nvSpPr>
        <p:spPr>
          <a:xfrm>
            <a:off x="42938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28" name="Google Shape;228;p19"/>
          <p:cNvSpPr txBox="1"/>
          <p:nvPr>
            <p:ph idx="15" type="subTitle"/>
          </p:nvPr>
        </p:nvSpPr>
        <p:spPr>
          <a:xfrm>
            <a:off x="61780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229" name="Google Shape;229;p19"/>
          <p:cNvSpPr txBox="1"/>
          <p:nvPr>
            <p:ph idx="16"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230" name="Google Shape;230;p19"/>
          <p:cNvSpPr txBox="1"/>
          <p:nvPr>
            <p:ph idx="17"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4">
  <p:cSld name="CUSTOM_5_1_1_1_1">
    <p:bg>
      <p:bgPr>
        <a:solidFill>
          <a:schemeClr val="lt1"/>
        </a:solidFill>
      </p:bgPr>
    </p:bg>
    <p:spTree>
      <p:nvGrpSpPr>
        <p:cNvPr id="231" name="Shape 231"/>
        <p:cNvGrpSpPr/>
        <p:nvPr/>
      </p:nvGrpSpPr>
      <p:grpSpPr>
        <a:xfrm>
          <a:off x="0" y="0"/>
          <a:ext cx="0" cy="0"/>
          <a:chOff x="0" y="0"/>
          <a:chExt cx="0" cy="0"/>
        </a:xfrm>
      </p:grpSpPr>
      <p:sp>
        <p:nvSpPr>
          <p:cNvPr id="232" name="Google Shape;232;p20"/>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233" name="Google Shape;233;p20"/>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34" name="Google Shape;234;p20"/>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235" name="Google Shape;235;p20"/>
          <p:cNvSpPr txBox="1"/>
          <p:nvPr>
            <p:ph idx="2" type="title"/>
          </p:nvPr>
        </p:nvSpPr>
        <p:spPr>
          <a:xfrm>
            <a:off x="6026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36" name="Google Shape;236;p20"/>
          <p:cNvSpPr txBox="1"/>
          <p:nvPr>
            <p:ph idx="3" type="body"/>
          </p:nvPr>
        </p:nvSpPr>
        <p:spPr>
          <a:xfrm>
            <a:off x="6026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37" name="Google Shape;237;p20"/>
          <p:cNvSpPr txBox="1"/>
          <p:nvPr>
            <p:ph idx="4" type="title"/>
          </p:nvPr>
        </p:nvSpPr>
        <p:spPr>
          <a:xfrm>
            <a:off x="2253138"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38" name="Google Shape;238;p20"/>
          <p:cNvSpPr txBox="1"/>
          <p:nvPr>
            <p:ph idx="5" type="body"/>
          </p:nvPr>
        </p:nvSpPr>
        <p:spPr>
          <a:xfrm>
            <a:off x="2253138"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39" name="Google Shape;239;p20"/>
          <p:cNvSpPr txBox="1"/>
          <p:nvPr>
            <p:ph idx="6" type="title"/>
          </p:nvPr>
        </p:nvSpPr>
        <p:spPr>
          <a:xfrm>
            <a:off x="3903575"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40" name="Google Shape;240;p20"/>
          <p:cNvSpPr txBox="1"/>
          <p:nvPr>
            <p:ph idx="7" type="body"/>
          </p:nvPr>
        </p:nvSpPr>
        <p:spPr>
          <a:xfrm>
            <a:off x="3903575"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41" name="Google Shape;241;p20"/>
          <p:cNvSpPr txBox="1"/>
          <p:nvPr>
            <p:ph idx="8" type="title"/>
          </p:nvPr>
        </p:nvSpPr>
        <p:spPr>
          <a:xfrm>
            <a:off x="555405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42" name="Google Shape;242;p20"/>
          <p:cNvSpPr txBox="1"/>
          <p:nvPr>
            <p:ph idx="9" type="body"/>
          </p:nvPr>
        </p:nvSpPr>
        <p:spPr>
          <a:xfrm>
            <a:off x="555405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43" name="Google Shape;243;p20"/>
          <p:cNvSpPr txBox="1"/>
          <p:nvPr>
            <p:ph idx="13" type="title"/>
          </p:nvPr>
        </p:nvSpPr>
        <p:spPr>
          <a:xfrm>
            <a:off x="72045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244" name="Google Shape;244;p20"/>
          <p:cNvSpPr txBox="1"/>
          <p:nvPr>
            <p:ph idx="14" type="body"/>
          </p:nvPr>
        </p:nvSpPr>
        <p:spPr>
          <a:xfrm>
            <a:off x="72045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3">
    <p:bg>
      <p:bgPr>
        <a:solidFill>
          <a:schemeClr val="accent4"/>
        </a:solidFill>
      </p:bgPr>
    </p:bg>
    <p:spTree>
      <p:nvGrpSpPr>
        <p:cNvPr id="245" name="Shape 245"/>
        <p:cNvGrpSpPr/>
        <p:nvPr/>
      </p:nvGrpSpPr>
      <p:grpSpPr>
        <a:xfrm>
          <a:off x="0" y="0"/>
          <a:ext cx="0" cy="0"/>
          <a:chOff x="0" y="0"/>
          <a:chExt cx="0" cy="0"/>
        </a:xfrm>
      </p:grpSpPr>
      <p:sp>
        <p:nvSpPr>
          <p:cNvPr id="246" name="Google Shape;246;p21"/>
          <p:cNvSpPr/>
          <p:nvPr/>
        </p:nvSpPr>
        <p:spPr>
          <a:xfrm>
            <a:off x="0" y="0"/>
            <a:ext cx="55215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247" name="Google Shape;247;p21"/>
          <p:cNvSpPr txBox="1"/>
          <p:nvPr>
            <p:ph idx="1" type="subTitle"/>
          </p:nvPr>
        </p:nvSpPr>
        <p:spPr>
          <a:xfrm>
            <a:off x="462950" y="41990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
        <p:nvSpPr>
          <p:cNvPr id="248" name="Google Shape;248;p21"/>
          <p:cNvSpPr txBox="1"/>
          <p:nvPr>
            <p:ph type="title"/>
          </p:nvPr>
        </p:nvSpPr>
        <p:spPr>
          <a:xfrm>
            <a:off x="459325" y="1827800"/>
            <a:ext cx="3977700" cy="61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800"/>
              <a:buNone/>
              <a:defRPr sz="1000">
                <a:latin typeface="Lato"/>
                <a:ea typeface="Lato"/>
                <a:cs typeface="Lato"/>
                <a:sym typeface="Lato"/>
              </a:defRPr>
            </a:lvl1pPr>
            <a:lvl2pPr lvl="1">
              <a:lnSpc>
                <a:spcPct val="100000"/>
              </a:lnSpc>
              <a:spcBef>
                <a:spcPts val="0"/>
              </a:spcBef>
              <a:spcAft>
                <a:spcPts val="0"/>
              </a:spcAft>
              <a:buClr>
                <a:schemeClr val="dk1"/>
              </a:buClr>
              <a:buSzPts val="2800"/>
              <a:buNone/>
              <a:defRPr sz="1000">
                <a:latin typeface="Lato"/>
                <a:ea typeface="Lato"/>
                <a:cs typeface="Lato"/>
                <a:sym typeface="Lato"/>
              </a:defRPr>
            </a:lvl2pPr>
            <a:lvl3pPr lvl="2">
              <a:lnSpc>
                <a:spcPct val="100000"/>
              </a:lnSpc>
              <a:spcBef>
                <a:spcPts val="0"/>
              </a:spcBef>
              <a:spcAft>
                <a:spcPts val="0"/>
              </a:spcAft>
              <a:buClr>
                <a:schemeClr val="dk1"/>
              </a:buClr>
              <a:buSzPts val="2800"/>
              <a:buNone/>
              <a:defRPr sz="1000">
                <a:latin typeface="Lato"/>
                <a:ea typeface="Lato"/>
                <a:cs typeface="Lato"/>
                <a:sym typeface="Lato"/>
              </a:defRPr>
            </a:lvl3pPr>
            <a:lvl4pPr lvl="3">
              <a:lnSpc>
                <a:spcPct val="100000"/>
              </a:lnSpc>
              <a:spcBef>
                <a:spcPts val="0"/>
              </a:spcBef>
              <a:spcAft>
                <a:spcPts val="0"/>
              </a:spcAft>
              <a:buClr>
                <a:schemeClr val="dk1"/>
              </a:buClr>
              <a:buSzPts val="2800"/>
              <a:buNone/>
              <a:defRPr sz="1000">
                <a:latin typeface="Lato"/>
                <a:ea typeface="Lato"/>
                <a:cs typeface="Lato"/>
                <a:sym typeface="Lato"/>
              </a:defRPr>
            </a:lvl4pPr>
            <a:lvl5pPr lvl="4">
              <a:lnSpc>
                <a:spcPct val="100000"/>
              </a:lnSpc>
              <a:spcBef>
                <a:spcPts val="0"/>
              </a:spcBef>
              <a:spcAft>
                <a:spcPts val="0"/>
              </a:spcAft>
              <a:buClr>
                <a:schemeClr val="dk1"/>
              </a:buClr>
              <a:buSzPts val="2800"/>
              <a:buNone/>
              <a:defRPr sz="1000">
                <a:latin typeface="Lato"/>
                <a:ea typeface="Lato"/>
                <a:cs typeface="Lato"/>
                <a:sym typeface="Lato"/>
              </a:defRPr>
            </a:lvl5pPr>
            <a:lvl6pPr lvl="5">
              <a:lnSpc>
                <a:spcPct val="100000"/>
              </a:lnSpc>
              <a:spcBef>
                <a:spcPts val="0"/>
              </a:spcBef>
              <a:spcAft>
                <a:spcPts val="0"/>
              </a:spcAft>
              <a:buClr>
                <a:schemeClr val="dk1"/>
              </a:buClr>
              <a:buSzPts val="2800"/>
              <a:buNone/>
              <a:defRPr sz="1000">
                <a:latin typeface="Lato"/>
                <a:ea typeface="Lato"/>
                <a:cs typeface="Lato"/>
                <a:sym typeface="Lato"/>
              </a:defRPr>
            </a:lvl6pPr>
            <a:lvl7pPr lvl="6">
              <a:lnSpc>
                <a:spcPct val="100000"/>
              </a:lnSpc>
              <a:spcBef>
                <a:spcPts val="0"/>
              </a:spcBef>
              <a:spcAft>
                <a:spcPts val="0"/>
              </a:spcAft>
              <a:buClr>
                <a:schemeClr val="dk1"/>
              </a:buClr>
              <a:buSzPts val="2800"/>
              <a:buNone/>
              <a:defRPr sz="1000">
                <a:latin typeface="Lato"/>
                <a:ea typeface="Lato"/>
                <a:cs typeface="Lato"/>
                <a:sym typeface="Lato"/>
              </a:defRPr>
            </a:lvl7pPr>
            <a:lvl8pPr lvl="7">
              <a:lnSpc>
                <a:spcPct val="100000"/>
              </a:lnSpc>
              <a:spcBef>
                <a:spcPts val="0"/>
              </a:spcBef>
              <a:spcAft>
                <a:spcPts val="0"/>
              </a:spcAft>
              <a:buClr>
                <a:schemeClr val="dk1"/>
              </a:buClr>
              <a:buSzPts val="2800"/>
              <a:buNone/>
              <a:defRPr sz="1000">
                <a:latin typeface="Lato"/>
                <a:ea typeface="Lato"/>
                <a:cs typeface="Lato"/>
                <a:sym typeface="Lato"/>
              </a:defRPr>
            </a:lvl8pPr>
            <a:lvl9pPr lvl="8">
              <a:lnSpc>
                <a:spcPct val="100000"/>
              </a:lnSpc>
              <a:spcBef>
                <a:spcPts val="0"/>
              </a:spcBef>
              <a:spcAft>
                <a:spcPts val="0"/>
              </a:spcAft>
              <a:buClr>
                <a:schemeClr val="dk1"/>
              </a:buClr>
              <a:buSzPts val="2800"/>
              <a:buNone/>
              <a:defRPr sz="1000">
                <a:latin typeface="Lato"/>
                <a:ea typeface="Lato"/>
                <a:cs typeface="Lato"/>
                <a:sym typeface="Lato"/>
              </a:defRPr>
            </a:lvl9pPr>
          </a:lstStyle>
          <a:p/>
        </p:txBody>
      </p:sp>
      <p:sp>
        <p:nvSpPr>
          <p:cNvPr id="249" name="Google Shape;249;p21"/>
          <p:cNvSpPr txBox="1"/>
          <p:nvPr>
            <p:ph idx="2" type="title"/>
          </p:nvPr>
        </p:nvSpPr>
        <p:spPr>
          <a:xfrm>
            <a:off x="6422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50" name="Google Shape;250;p21"/>
          <p:cNvSpPr txBox="1"/>
          <p:nvPr>
            <p:ph idx="3" type="title"/>
          </p:nvPr>
        </p:nvSpPr>
        <p:spPr>
          <a:xfrm>
            <a:off x="6396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51" name="Google Shape;251;p21"/>
          <p:cNvSpPr txBox="1"/>
          <p:nvPr>
            <p:ph idx="4" type="title"/>
          </p:nvPr>
        </p:nvSpPr>
        <p:spPr>
          <a:xfrm>
            <a:off x="3222225"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52" name="Google Shape;252;p21"/>
          <p:cNvSpPr txBox="1"/>
          <p:nvPr>
            <p:ph idx="5" type="title"/>
          </p:nvPr>
        </p:nvSpPr>
        <p:spPr>
          <a:xfrm>
            <a:off x="3219600"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53" name="Google Shape;253;p21"/>
          <p:cNvSpPr txBox="1"/>
          <p:nvPr>
            <p:ph idx="6" type="title"/>
          </p:nvPr>
        </p:nvSpPr>
        <p:spPr>
          <a:xfrm>
            <a:off x="58074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254" name="Google Shape;254;p21"/>
          <p:cNvSpPr txBox="1"/>
          <p:nvPr>
            <p:ph idx="7" type="title"/>
          </p:nvPr>
        </p:nvSpPr>
        <p:spPr>
          <a:xfrm>
            <a:off x="58048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255" name="Google Shape;255;p21"/>
          <p:cNvSpPr txBox="1"/>
          <p:nvPr>
            <p:ph idx="8" type="title"/>
          </p:nvPr>
        </p:nvSpPr>
        <p:spPr>
          <a:xfrm>
            <a:off x="459325" y="788000"/>
            <a:ext cx="46482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3">
  <p:cSld name="CUSTOM_5_1_1_1_2">
    <p:bg>
      <p:bgPr>
        <a:solidFill>
          <a:schemeClr val="lt1"/>
        </a:solidFill>
      </p:bgPr>
    </p:bg>
    <p:spTree>
      <p:nvGrpSpPr>
        <p:cNvPr id="256" name="Shape 256"/>
        <p:cNvGrpSpPr/>
        <p:nvPr/>
      </p:nvGrpSpPr>
      <p:grpSpPr>
        <a:xfrm>
          <a:off x="0" y="0"/>
          <a:ext cx="0" cy="0"/>
          <a:chOff x="0" y="0"/>
          <a:chExt cx="0" cy="0"/>
        </a:xfrm>
      </p:grpSpPr>
      <p:sp>
        <p:nvSpPr>
          <p:cNvPr id="257" name="Google Shape;257;p22"/>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258" name="Google Shape;258;p22"/>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59" name="Google Shape;259;p22"/>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260" name="Google Shape;260;p22"/>
          <p:cNvSpPr txBox="1"/>
          <p:nvPr>
            <p:ph idx="2" type="title"/>
          </p:nvPr>
        </p:nvSpPr>
        <p:spPr>
          <a:xfrm>
            <a:off x="423025" y="2331750"/>
            <a:ext cx="16002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261" name="Google Shape;261;p22"/>
          <p:cNvSpPr txBox="1"/>
          <p:nvPr>
            <p:ph idx="3" type="body"/>
          </p:nvPr>
        </p:nvSpPr>
        <p:spPr>
          <a:xfrm>
            <a:off x="423025" y="2733050"/>
            <a:ext cx="16002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262" name="Google Shape;262;p22"/>
          <p:cNvSpPr txBox="1"/>
          <p:nvPr>
            <p:ph idx="4" type="title"/>
          </p:nvPr>
        </p:nvSpPr>
        <p:spPr>
          <a:xfrm>
            <a:off x="256857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263" name="Google Shape;263;p22"/>
          <p:cNvSpPr txBox="1"/>
          <p:nvPr>
            <p:ph idx="5" type="body"/>
          </p:nvPr>
        </p:nvSpPr>
        <p:spPr>
          <a:xfrm>
            <a:off x="2568575"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264" name="Google Shape;264;p22"/>
          <p:cNvSpPr txBox="1"/>
          <p:nvPr>
            <p:ph idx="6" type="title"/>
          </p:nvPr>
        </p:nvSpPr>
        <p:spPr>
          <a:xfrm>
            <a:off x="4751950"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265" name="Google Shape;265;p22"/>
          <p:cNvSpPr txBox="1"/>
          <p:nvPr>
            <p:ph idx="7" type="body"/>
          </p:nvPr>
        </p:nvSpPr>
        <p:spPr>
          <a:xfrm>
            <a:off x="475195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266" name="Google Shape;266;p22"/>
          <p:cNvSpPr txBox="1"/>
          <p:nvPr>
            <p:ph idx="8" type="title"/>
          </p:nvPr>
        </p:nvSpPr>
        <p:spPr>
          <a:xfrm>
            <a:off x="690942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267" name="Google Shape;267;p22"/>
          <p:cNvSpPr txBox="1"/>
          <p:nvPr>
            <p:ph idx="9" type="body"/>
          </p:nvPr>
        </p:nvSpPr>
        <p:spPr>
          <a:xfrm>
            <a:off x="685590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2">
  <p:cSld name="CUSTOM_5_1_1_1_3">
    <p:bg>
      <p:bgPr>
        <a:solidFill>
          <a:schemeClr val="lt1"/>
        </a:solidFill>
      </p:bgPr>
    </p:bg>
    <p:spTree>
      <p:nvGrpSpPr>
        <p:cNvPr id="268" name="Shape 268"/>
        <p:cNvGrpSpPr/>
        <p:nvPr/>
      </p:nvGrpSpPr>
      <p:grpSpPr>
        <a:xfrm>
          <a:off x="0" y="0"/>
          <a:ext cx="0" cy="0"/>
          <a:chOff x="0" y="0"/>
          <a:chExt cx="0" cy="0"/>
        </a:xfrm>
      </p:grpSpPr>
      <p:sp>
        <p:nvSpPr>
          <p:cNvPr id="269" name="Google Shape;269;p23"/>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270" name="Google Shape;270;p23"/>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271" name="Google Shape;271;p23"/>
          <p:cNvSpPr txBox="1"/>
          <p:nvPr>
            <p:ph idx="2" type="subTitle"/>
          </p:nvPr>
        </p:nvSpPr>
        <p:spPr>
          <a:xfrm>
            <a:off x="705575" y="23879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2" name="Google Shape;272;p23"/>
          <p:cNvSpPr txBox="1"/>
          <p:nvPr>
            <p:ph idx="3" type="subTitle"/>
          </p:nvPr>
        </p:nvSpPr>
        <p:spPr>
          <a:xfrm>
            <a:off x="705575" y="29485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3" name="Google Shape;273;p23"/>
          <p:cNvSpPr txBox="1"/>
          <p:nvPr>
            <p:ph idx="4" type="subTitle"/>
          </p:nvPr>
        </p:nvSpPr>
        <p:spPr>
          <a:xfrm>
            <a:off x="705575" y="3518838"/>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4" name="Google Shape;274;p23"/>
          <p:cNvSpPr txBox="1"/>
          <p:nvPr>
            <p:ph idx="5" type="subTitle"/>
          </p:nvPr>
        </p:nvSpPr>
        <p:spPr>
          <a:xfrm>
            <a:off x="705575" y="409260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5" name="Google Shape;275;p23"/>
          <p:cNvSpPr txBox="1"/>
          <p:nvPr>
            <p:ph idx="6" type="subTitle"/>
          </p:nvPr>
        </p:nvSpPr>
        <p:spPr>
          <a:xfrm>
            <a:off x="705575" y="465425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276" name="Google Shape;276;p23"/>
          <p:cNvSpPr txBox="1"/>
          <p:nvPr>
            <p:ph idx="7" type="body"/>
          </p:nvPr>
        </p:nvSpPr>
        <p:spPr>
          <a:xfrm>
            <a:off x="5843600" y="463467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77" name="Google Shape;277;p23"/>
          <p:cNvSpPr txBox="1"/>
          <p:nvPr>
            <p:ph idx="8" type="body"/>
          </p:nvPr>
        </p:nvSpPr>
        <p:spPr>
          <a:xfrm>
            <a:off x="5843600" y="4088050"/>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78" name="Google Shape;278;p23"/>
          <p:cNvSpPr txBox="1"/>
          <p:nvPr>
            <p:ph idx="9" type="body"/>
          </p:nvPr>
        </p:nvSpPr>
        <p:spPr>
          <a:xfrm>
            <a:off x="5843600" y="3509538"/>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79" name="Google Shape;279;p23"/>
          <p:cNvSpPr txBox="1"/>
          <p:nvPr>
            <p:ph idx="13" type="body"/>
          </p:nvPr>
        </p:nvSpPr>
        <p:spPr>
          <a:xfrm>
            <a:off x="5843600" y="294872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0" name="Google Shape;280;p23"/>
          <p:cNvSpPr txBox="1"/>
          <p:nvPr>
            <p:ph idx="14" type="title"/>
          </p:nvPr>
        </p:nvSpPr>
        <p:spPr>
          <a:xfrm>
            <a:off x="5235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281" name="Google Shape;281;p23"/>
          <p:cNvSpPr txBox="1"/>
          <p:nvPr>
            <p:ph idx="15" type="title"/>
          </p:nvPr>
        </p:nvSpPr>
        <p:spPr>
          <a:xfrm>
            <a:off x="22278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282" name="Google Shape;282;p23"/>
          <p:cNvSpPr txBox="1"/>
          <p:nvPr>
            <p:ph idx="16" type="title"/>
          </p:nvPr>
        </p:nvSpPr>
        <p:spPr>
          <a:xfrm>
            <a:off x="39321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283" name="Google Shape;283;p23"/>
          <p:cNvSpPr txBox="1"/>
          <p:nvPr>
            <p:ph idx="17" type="title"/>
          </p:nvPr>
        </p:nvSpPr>
        <p:spPr>
          <a:xfrm>
            <a:off x="5845325"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284" name="Google Shape;284;p23"/>
          <p:cNvSpPr txBox="1"/>
          <p:nvPr>
            <p:ph idx="18" type="body"/>
          </p:nvPr>
        </p:nvSpPr>
        <p:spPr>
          <a:xfrm>
            <a:off x="3930375" y="4634677"/>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5" name="Google Shape;285;p23"/>
          <p:cNvSpPr txBox="1"/>
          <p:nvPr>
            <p:ph idx="19" type="body"/>
          </p:nvPr>
        </p:nvSpPr>
        <p:spPr>
          <a:xfrm>
            <a:off x="3930375" y="408805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6" name="Google Shape;286;p23"/>
          <p:cNvSpPr txBox="1"/>
          <p:nvPr>
            <p:ph idx="20" type="body"/>
          </p:nvPr>
        </p:nvSpPr>
        <p:spPr>
          <a:xfrm>
            <a:off x="3930375" y="350954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7" name="Google Shape;287;p23"/>
          <p:cNvSpPr txBox="1"/>
          <p:nvPr>
            <p:ph idx="21" type="body"/>
          </p:nvPr>
        </p:nvSpPr>
        <p:spPr>
          <a:xfrm>
            <a:off x="3930375" y="294873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8" name="Google Shape;288;p23"/>
          <p:cNvSpPr txBox="1"/>
          <p:nvPr>
            <p:ph idx="22" type="body"/>
          </p:nvPr>
        </p:nvSpPr>
        <p:spPr>
          <a:xfrm>
            <a:off x="2226950" y="46346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89" name="Google Shape;289;p23"/>
          <p:cNvSpPr txBox="1"/>
          <p:nvPr>
            <p:ph idx="23" type="body"/>
          </p:nvPr>
        </p:nvSpPr>
        <p:spPr>
          <a:xfrm>
            <a:off x="2226950" y="4088053"/>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0" name="Google Shape;290;p23"/>
          <p:cNvSpPr txBox="1"/>
          <p:nvPr>
            <p:ph idx="24" type="body"/>
          </p:nvPr>
        </p:nvSpPr>
        <p:spPr>
          <a:xfrm>
            <a:off x="2226950" y="350954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1" name="Google Shape;291;p23"/>
          <p:cNvSpPr txBox="1"/>
          <p:nvPr>
            <p:ph idx="25" type="body"/>
          </p:nvPr>
        </p:nvSpPr>
        <p:spPr>
          <a:xfrm>
            <a:off x="2226950" y="294873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2" name="Google Shape;292;p23"/>
          <p:cNvSpPr txBox="1"/>
          <p:nvPr>
            <p:ph idx="26" type="body"/>
          </p:nvPr>
        </p:nvSpPr>
        <p:spPr>
          <a:xfrm>
            <a:off x="5843600" y="2388163"/>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3" name="Google Shape;293;p23"/>
          <p:cNvSpPr txBox="1"/>
          <p:nvPr>
            <p:ph idx="27" type="body"/>
          </p:nvPr>
        </p:nvSpPr>
        <p:spPr>
          <a:xfrm>
            <a:off x="3930375" y="238817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294" name="Google Shape;294;p23"/>
          <p:cNvSpPr txBox="1"/>
          <p:nvPr>
            <p:ph idx="28" type="body"/>
          </p:nvPr>
        </p:nvSpPr>
        <p:spPr>
          <a:xfrm>
            <a:off x="2226950" y="23881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0">
  <p:cSld name="CUSTOM_2_1_1">
    <p:bg>
      <p:bgPr>
        <a:solidFill>
          <a:schemeClr val="lt1"/>
        </a:solidFill>
      </p:bgPr>
    </p:bg>
    <p:spTree>
      <p:nvGrpSpPr>
        <p:cNvPr id="295" name="Shape 295"/>
        <p:cNvGrpSpPr/>
        <p:nvPr/>
      </p:nvGrpSpPr>
      <p:grpSpPr>
        <a:xfrm>
          <a:off x="0" y="0"/>
          <a:ext cx="0" cy="0"/>
          <a:chOff x="0" y="0"/>
          <a:chExt cx="0" cy="0"/>
        </a:xfrm>
      </p:grpSpPr>
      <p:sp>
        <p:nvSpPr>
          <p:cNvPr id="296" name="Google Shape;296;p24"/>
          <p:cNvSpPr txBox="1"/>
          <p:nvPr>
            <p:ph type="title"/>
          </p:nvPr>
        </p:nvSpPr>
        <p:spPr>
          <a:xfrm>
            <a:off x="5135225" y="2600350"/>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297" name="Google Shape;297;p24"/>
          <p:cNvSpPr txBox="1"/>
          <p:nvPr>
            <p:ph idx="2" type="title"/>
          </p:nvPr>
        </p:nvSpPr>
        <p:spPr>
          <a:xfrm>
            <a:off x="5135225" y="3562743"/>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298" name="Google Shape;298;p24"/>
          <p:cNvSpPr txBox="1"/>
          <p:nvPr>
            <p:ph idx="3" type="title"/>
          </p:nvPr>
        </p:nvSpPr>
        <p:spPr>
          <a:xfrm>
            <a:off x="5135225" y="4500074"/>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299" name="Google Shape;299;p24"/>
          <p:cNvSpPr txBox="1"/>
          <p:nvPr>
            <p:ph idx="4"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00" name="Google Shape;300;p24"/>
          <p:cNvSpPr txBox="1"/>
          <p:nvPr>
            <p:ph idx="1" type="subTitle"/>
          </p:nvPr>
        </p:nvSpPr>
        <p:spPr>
          <a:xfrm>
            <a:off x="446900" y="397650"/>
            <a:ext cx="5344500" cy="309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301" name="Google Shape;301;p24"/>
          <p:cNvSpPr txBox="1"/>
          <p:nvPr>
            <p:ph idx="5" type="body"/>
          </p:nvPr>
        </p:nvSpPr>
        <p:spPr>
          <a:xfrm>
            <a:off x="5761162" y="2472057"/>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02" name="Google Shape;302;p24"/>
          <p:cNvSpPr txBox="1"/>
          <p:nvPr>
            <p:ph idx="6" type="body"/>
          </p:nvPr>
        </p:nvSpPr>
        <p:spPr>
          <a:xfrm>
            <a:off x="5761162" y="3436244"/>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03" name="Google Shape;303;p24"/>
          <p:cNvSpPr txBox="1"/>
          <p:nvPr>
            <p:ph idx="7" type="body"/>
          </p:nvPr>
        </p:nvSpPr>
        <p:spPr>
          <a:xfrm>
            <a:off x="5761162" y="4399826"/>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304" name="Google Shape;304;p24"/>
          <p:cNvSpPr txBox="1"/>
          <p:nvPr>
            <p:ph idx="8" type="body"/>
          </p:nvPr>
        </p:nvSpPr>
        <p:spPr>
          <a:xfrm>
            <a:off x="706399" y="2753996"/>
            <a:ext cx="3288300" cy="1731000"/>
          </a:xfrm>
          <a:prstGeom prst="rect">
            <a:avLst/>
          </a:prstGeom>
        </p:spPr>
        <p:txBody>
          <a:bodyPr anchorCtr="0" anchor="ctr" bIns="0" lIns="0" spcFirstLastPara="1" rIns="91425" wrap="square" tIns="0">
            <a:noAutofit/>
          </a:bodyPr>
          <a:lstStyle>
            <a:lvl1pPr indent="-330200" lvl="0" marL="457200">
              <a:lnSpc>
                <a:spcPct val="115000"/>
              </a:lnSpc>
              <a:spcBef>
                <a:spcPts val="0"/>
              </a:spcBef>
              <a:spcAft>
                <a:spcPts val="0"/>
              </a:spcAft>
              <a:buClr>
                <a:schemeClr val="accent6"/>
              </a:buClr>
              <a:buSzPts val="1600"/>
              <a:buChar char="●"/>
              <a:defRPr sz="1600">
                <a:solidFill>
                  <a:schemeClr val="accent6"/>
                </a:solidFill>
              </a:defRPr>
            </a:lvl1pPr>
            <a:lvl2pPr indent="-330200" lvl="1" marL="914400">
              <a:lnSpc>
                <a:spcPct val="115000"/>
              </a:lnSpc>
              <a:spcBef>
                <a:spcPts val="1000"/>
              </a:spcBef>
              <a:spcAft>
                <a:spcPts val="0"/>
              </a:spcAft>
              <a:buClr>
                <a:schemeClr val="accent6"/>
              </a:buClr>
              <a:buSzPts val="1600"/>
              <a:buChar char="○"/>
              <a:defRPr sz="1600">
                <a:solidFill>
                  <a:schemeClr val="accent6"/>
                </a:solidFill>
              </a:defRPr>
            </a:lvl2pPr>
            <a:lvl3pPr indent="-330200" lvl="2" marL="1371600">
              <a:lnSpc>
                <a:spcPct val="115000"/>
              </a:lnSpc>
              <a:spcBef>
                <a:spcPts val="1000"/>
              </a:spcBef>
              <a:spcAft>
                <a:spcPts val="0"/>
              </a:spcAft>
              <a:buClr>
                <a:schemeClr val="accent6"/>
              </a:buClr>
              <a:buSzPts val="1600"/>
              <a:buChar char="■"/>
              <a:defRPr sz="1600">
                <a:solidFill>
                  <a:schemeClr val="accent6"/>
                </a:solidFill>
              </a:defRPr>
            </a:lvl3pPr>
            <a:lvl4pPr indent="-330200" lvl="3" marL="1828800">
              <a:lnSpc>
                <a:spcPct val="115000"/>
              </a:lnSpc>
              <a:spcBef>
                <a:spcPts val="1000"/>
              </a:spcBef>
              <a:spcAft>
                <a:spcPts val="0"/>
              </a:spcAft>
              <a:buClr>
                <a:schemeClr val="accent6"/>
              </a:buClr>
              <a:buSzPts val="1600"/>
              <a:buChar char="●"/>
              <a:defRPr sz="1600">
                <a:solidFill>
                  <a:schemeClr val="accent6"/>
                </a:solidFill>
              </a:defRPr>
            </a:lvl4pPr>
            <a:lvl5pPr indent="-330200" lvl="4" marL="2286000">
              <a:lnSpc>
                <a:spcPct val="115000"/>
              </a:lnSpc>
              <a:spcBef>
                <a:spcPts val="1000"/>
              </a:spcBef>
              <a:spcAft>
                <a:spcPts val="0"/>
              </a:spcAft>
              <a:buClr>
                <a:schemeClr val="accent6"/>
              </a:buClr>
              <a:buSzPts val="1600"/>
              <a:buChar char="○"/>
              <a:defRPr sz="1600">
                <a:solidFill>
                  <a:schemeClr val="accent6"/>
                </a:solidFill>
              </a:defRPr>
            </a:lvl5pPr>
            <a:lvl6pPr indent="-330200" lvl="5" marL="2743200">
              <a:lnSpc>
                <a:spcPct val="115000"/>
              </a:lnSpc>
              <a:spcBef>
                <a:spcPts val="1000"/>
              </a:spcBef>
              <a:spcAft>
                <a:spcPts val="0"/>
              </a:spcAft>
              <a:buClr>
                <a:schemeClr val="accent6"/>
              </a:buClr>
              <a:buSzPts val="1600"/>
              <a:buChar char="■"/>
              <a:defRPr sz="1600">
                <a:solidFill>
                  <a:schemeClr val="accent6"/>
                </a:solidFill>
              </a:defRPr>
            </a:lvl6pPr>
            <a:lvl7pPr indent="-330200" lvl="6" marL="3200400">
              <a:lnSpc>
                <a:spcPct val="115000"/>
              </a:lnSpc>
              <a:spcBef>
                <a:spcPts val="1000"/>
              </a:spcBef>
              <a:spcAft>
                <a:spcPts val="0"/>
              </a:spcAft>
              <a:buClr>
                <a:schemeClr val="accent6"/>
              </a:buClr>
              <a:buSzPts val="1600"/>
              <a:buChar char="●"/>
              <a:defRPr sz="1600">
                <a:solidFill>
                  <a:schemeClr val="accent6"/>
                </a:solidFill>
              </a:defRPr>
            </a:lvl7pPr>
            <a:lvl8pPr indent="-330200" lvl="7" marL="3657600">
              <a:lnSpc>
                <a:spcPct val="115000"/>
              </a:lnSpc>
              <a:spcBef>
                <a:spcPts val="1000"/>
              </a:spcBef>
              <a:spcAft>
                <a:spcPts val="0"/>
              </a:spcAft>
              <a:buClr>
                <a:schemeClr val="accent6"/>
              </a:buClr>
              <a:buSzPts val="1600"/>
              <a:buChar char="○"/>
              <a:defRPr sz="1600">
                <a:solidFill>
                  <a:schemeClr val="accent6"/>
                </a:solidFill>
              </a:defRPr>
            </a:lvl8pPr>
            <a:lvl9pPr indent="-330200" lvl="8" marL="4114800">
              <a:lnSpc>
                <a:spcPct val="115000"/>
              </a:lnSpc>
              <a:spcBef>
                <a:spcPts val="1000"/>
              </a:spcBef>
              <a:spcAft>
                <a:spcPts val="1000"/>
              </a:spcAft>
              <a:buClr>
                <a:schemeClr val="accent6"/>
              </a:buClr>
              <a:buSzPts val="1600"/>
              <a:buChar char="■"/>
              <a:defRPr sz="1600">
                <a:solidFill>
                  <a:schemeClr val="accent6"/>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
    <p:bg>
      <p:bgPr>
        <a:solidFill>
          <a:schemeClr val="lt1"/>
        </a:solidFill>
      </p:bgPr>
    </p:bg>
    <p:spTree>
      <p:nvGrpSpPr>
        <p:cNvPr id="305" name="Shape 305"/>
        <p:cNvGrpSpPr/>
        <p:nvPr/>
      </p:nvGrpSpPr>
      <p:grpSpPr>
        <a:xfrm>
          <a:off x="0" y="0"/>
          <a:ext cx="0" cy="0"/>
          <a:chOff x="0" y="0"/>
          <a:chExt cx="0" cy="0"/>
        </a:xfrm>
      </p:grpSpPr>
      <p:sp>
        <p:nvSpPr>
          <p:cNvPr id="306" name="Google Shape;306;p25"/>
          <p:cNvSpPr/>
          <p:nvPr/>
        </p:nvSpPr>
        <p:spPr>
          <a:xfrm>
            <a:off x="0" y="1088675"/>
            <a:ext cx="3627900" cy="4054800"/>
          </a:xfrm>
          <a:prstGeom prst="snip1Rect">
            <a:avLst>
              <a:gd fmla="val 1091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07" name="Google Shape;307;p25"/>
          <p:cNvSpPr txBox="1"/>
          <p:nvPr>
            <p:ph type="title"/>
          </p:nvPr>
        </p:nvSpPr>
        <p:spPr>
          <a:xfrm>
            <a:off x="446100" y="396225"/>
            <a:ext cx="5101800" cy="853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308" name="Google Shape;308;p25"/>
          <p:cNvSpPr txBox="1"/>
          <p:nvPr>
            <p:ph idx="1" type="body"/>
          </p:nvPr>
        </p:nvSpPr>
        <p:spPr>
          <a:xfrm>
            <a:off x="3869875" y="1390269"/>
            <a:ext cx="31734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
        <p:nvSpPr>
          <p:cNvPr id="309" name="Google Shape;309;p25"/>
          <p:cNvSpPr txBox="1"/>
          <p:nvPr>
            <p:ph idx="2" type="body"/>
          </p:nvPr>
        </p:nvSpPr>
        <p:spPr>
          <a:xfrm>
            <a:off x="474675" y="1390150"/>
            <a:ext cx="25713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9">
  <p:cSld name="CUSTOM_1">
    <p:bg>
      <p:bgPr>
        <a:solidFill>
          <a:schemeClr val="accent1"/>
        </a:solidFill>
      </p:bgPr>
    </p:bg>
    <p:spTree>
      <p:nvGrpSpPr>
        <p:cNvPr id="310" name="Shape 310"/>
        <p:cNvGrpSpPr/>
        <p:nvPr/>
      </p:nvGrpSpPr>
      <p:grpSpPr>
        <a:xfrm>
          <a:off x="0" y="0"/>
          <a:ext cx="0" cy="0"/>
          <a:chOff x="0" y="0"/>
          <a:chExt cx="0" cy="0"/>
        </a:xfrm>
      </p:grpSpPr>
      <p:sp>
        <p:nvSpPr>
          <p:cNvPr id="311" name="Google Shape;311;p26"/>
          <p:cNvSpPr/>
          <p:nvPr/>
        </p:nvSpPr>
        <p:spPr>
          <a:xfrm flipH="1">
            <a:off x="433300" y="-6150"/>
            <a:ext cx="8560200" cy="51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12" name="Google Shape;312;p26"/>
          <p:cNvSpPr/>
          <p:nvPr/>
        </p:nvSpPr>
        <p:spPr>
          <a:xfrm flipH="1">
            <a:off x="433300" y="-2175"/>
            <a:ext cx="8415900" cy="515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13" name="Google Shape;313;p26"/>
          <p:cNvSpPr/>
          <p:nvPr/>
        </p:nvSpPr>
        <p:spPr>
          <a:xfrm flipH="1">
            <a:off x="-10550" y="-6150"/>
            <a:ext cx="8710800" cy="5155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14" name="Google Shape;314;p26"/>
          <p:cNvSpPr txBox="1"/>
          <p:nvPr>
            <p:ph type="title"/>
          </p:nvPr>
        </p:nvSpPr>
        <p:spPr>
          <a:xfrm>
            <a:off x="409625" y="401500"/>
            <a:ext cx="4011600" cy="437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315" name="Google Shape;315;p26"/>
          <p:cNvSpPr txBox="1"/>
          <p:nvPr>
            <p:ph idx="2" type="title"/>
          </p:nvPr>
        </p:nvSpPr>
        <p:spPr>
          <a:xfrm>
            <a:off x="420000" y="860450"/>
            <a:ext cx="35112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316" name="Google Shape;316;p26"/>
          <p:cNvSpPr txBox="1"/>
          <p:nvPr>
            <p:ph idx="3" type="title"/>
          </p:nvPr>
        </p:nvSpPr>
        <p:spPr>
          <a:xfrm>
            <a:off x="5128700" y="38960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17" name="Google Shape;317;p26"/>
          <p:cNvSpPr txBox="1"/>
          <p:nvPr>
            <p:ph idx="1" type="subTitle"/>
          </p:nvPr>
        </p:nvSpPr>
        <p:spPr>
          <a:xfrm>
            <a:off x="7258100" y="38960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18" name="Google Shape;318;p26"/>
          <p:cNvSpPr txBox="1"/>
          <p:nvPr>
            <p:ph idx="4" type="title"/>
          </p:nvPr>
        </p:nvSpPr>
        <p:spPr>
          <a:xfrm>
            <a:off x="5128700" y="28383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19" name="Google Shape;319;p26"/>
          <p:cNvSpPr txBox="1"/>
          <p:nvPr>
            <p:ph idx="5" type="subTitle"/>
          </p:nvPr>
        </p:nvSpPr>
        <p:spPr>
          <a:xfrm>
            <a:off x="7258100" y="28383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20" name="Google Shape;320;p26"/>
          <p:cNvSpPr txBox="1"/>
          <p:nvPr>
            <p:ph idx="6" type="title"/>
          </p:nvPr>
        </p:nvSpPr>
        <p:spPr>
          <a:xfrm>
            <a:off x="5128700" y="18129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21" name="Google Shape;321;p26"/>
          <p:cNvSpPr txBox="1"/>
          <p:nvPr>
            <p:ph idx="7" type="subTitle"/>
          </p:nvPr>
        </p:nvSpPr>
        <p:spPr>
          <a:xfrm>
            <a:off x="7258100" y="18129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322" name="Google Shape;322;p26"/>
          <p:cNvSpPr txBox="1"/>
          <p:nvPr>
            <p:ph idx="8" type="title"/>
          </p:nvPr>
        </p:nvSpPr>
        <p:spPr>
          <a:xfrm>
            <a:off x="5128700" y="838600"/>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323" name="Google Shape;323;p26"/>
          <p:cNvSpPr txBox="1"/>
          <p:nvPr>
            <p:ph idx="9" type="subTitle"/>
          </p:nvPr>
        </p:nvSpPr>
        <p:spPr>
          <a:xfrm>
            <a:off x="7258100" y="838600"/>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_1">
    <p:bg>
      <p:bgPr>
        <a:solidFill>
          <a:schemeClr val="accent1"/>
        </a:solidFill>
      </p:bgPr>
    </p:bg>
    <p:spTree>
      <p:nvGrpSpPr>
        <p:cNvPr id="324" name="Shape 324"/>
        <p:cNvGrpSpPr/>
        <p:nvPr/>
      </p:nvGrpSpPr>
      <p:grpSpPr>
        <a:xfrm>
          <a:off x="0" y="0"/>
          <a:ext cx="0" cy="0"/>
          <a:chOff x="0" y="0"/>
          <a:chExt cx="0" cy="0"/>
        </a:xfrm>
      </p:grpSpPr>
      <p:sp>
        <p:nvSpPr>
          <p:cNvPr id="325" name="Google Shape;325;p27"/>
          <p:cNvSpPr/>
          <p:nvPr/>
        </p:nvSpPr>
        <p:spPr>
          <a:xfrm flipH="1">
            <a:off x="433300" y="0"/>
            <a:ext cx="85602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6" name="Google Shape;326;p27"/>
          <p:cNvSpPr/>
          <p:nvPr/>
        </p:nvSpPr>
        <p:spPr>
          <a:xfrm flipH="1">
            <a:off x="433300" y="0"/>
            <a:ext cx="84159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7" name="Google Shape;327;p27"/>
          <p:cNvSpPr/>
          <p:nvPr/>
        </p:nvSpPr>
        <p:spPr>
          <a:xfrm flipH="1">
            <a:off x="-10550" y="0"/>
            <a:ext cx="87108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8" name="Google Shape;328;p27"/>
          <p:cNvSpPr/>
          <p:nvPr/>
        </p:nvSpPr>
        <p:spPr>
          <a:xfrm>
            <a:off x="1504259" y="3582046"/>
            <a:ext cx="3354000" cy="10377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329" name="Google Shape;329;p27"/>
          <p:cNvSpPr txBox="1"/>
          <p:nvPr>
            <p:ph type="title"/>
          </p:nvPr>
        </p:nvSpPr>
        <p:spPr>
          <a:xfrm>
            <a:off x="2131600" y="3667325"/>
            <a:ext cx="2026500" cy="367200"/>
          </a:xfrm>
          <a:prstGeom prst="rect">
            <a:avLst/>
          </a:prstGeom>
        </p:spPr>
        <p:txBody>
          <a:bodyPr anchorCtr="0" anchor="ctr" bIns="0" lIns="0" spcFirstLastPara="1" rIns="91425" wrap="square" tIns="0">
            <a:noAutofit/>
          </a:bodyPr>
          <a:lstStyle>
            <a:lvl1pPr lvl="0" algn="ctr">
              <a:lnSpc>
                <a:spcPct val="100000"/>
              </a:lnSpc>
              <a:spcBef>
                <a:spcPts val="0"/>
              </a:spcBef>
              <a:spcAft>
                <a:spcPts val="0"/>
              </a:spcAft>
              <a:buClr>
                <a:schemeClr val="dk1"/>
              </a:buClr>
              <a:buSzPts val="3000"/>
              <a:buNone/>
              <a:defRPr sz="10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330" name="Google Shape;330;p27"/>
          <p:cNvSpPr txBox="1"/>
          <p:nvPr>
            <p:ph idx="1" type="subTitle"/>
          </p:nvPr>
        </p:nvSpPr>
        <p:spPr>
          <a:xfrm>
            <a:off x="1917225" y="4072850"/>
            <a:ext cx="2536500" cy="546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331" name="Google Shape;331;p27"/>
          <p:cNvSpPr/>
          <p:nvPr>
            <p:ph idx="2" type="pic"/>
          </p:nvPr>
        </p:nvSpPr>
        <p:spPr>
          <a:xfrm>
            <a:off x="387475" y="3575855"/>
            <a:ext cx="1309500" cy="1050000"/>
          </a:xfrm>
          <a:prstGeom prst="snip1Rect">
            <a:avLst>
              <a:gd fmla="val 16667" name="adj"/>
            </a:avLst>
          </a:prstGeom>
          <a:noFill/>
          <a:ln>
            <a:noFill/>
          </a:ln>
        </p:spPr>
      </p:sp>
      <p:sp>
        <p:nvSpPr>
          <p:cNvPr id="332" name="Google Shape;332;p27"/>
          <p:cNvSpPr txBox="1"/>
          <p:nvPr>
            <p:ph idx="3" type="title"/>
          </p:nvPr>
        </p:nvSpPr>
        <p:spPr>
          <a:xfrm>
            <a:off x="409500" y="1578275"/>
            <a:ext cx="33540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333" name="Google Shape;333;p27"/>
          <p:cNvSpPr txBox="1"/>
          <p:nvPr>
            <p:ph idx="4" type="title"/>
          </p:nvPr>
        </p:nvSpPr>
        <p:spPr>
          <a:xfrm>
            <a:off x="409500" y="401500"/>
            <a:ext cx="3748500" cy="1091100"/>
          </a:xfrm>
          <a:prstGeom prst="rect">
            <a:avLst/>
          </a:prstGeom>
        </p:spPr>
        <p:txBody>
          <a:bodyPr anchorCtr="0" anchor="ctr" bIns="0" lIns="0" spcFirstLastPara="1" rIns="91425" wrap="square" tIns="0">
            <a:noAutofit/>
          </a:bodyPr>
          <a:lstStyle>
            <a:lvl1pPr lvl="0">
              <a:lnSpc>
                <a:spcPct val="90000"/>
              </a:lnSpc>
              <a:spcBef>
                <a:spcPts val="0"/>
              </a:spcBef>
              <a:spcAft>
                <a:spcPts val="0"/>
              </a:spcAft>
              <a:buClr>
                <a:schemeClr val="dk1"/>
              </a:buClr>
              <a:buSzPts val="4800"/>
              <a:buNone/>
              <a:defRPr sz="4800"/>
            </a:lvl1pPr>
            <a:lvl2pPr lvl="1">
              <a:spcBef>
                <a:spcPts val="0"/>
              </a:spcBef>
              <a:spcAft>
                <a:spcPts val="0"/>
              </a:spcAft>
              <a:buClr>
                <a:schemeClr val="dk1"/>
              </a:buClr>
              <a:buSzPts val="4800"/>
              <a:buNone/>
              <a:defRPr sz="4800">
                <a:latin typeface="Quantico"/>
                <a:ea typeface="Quantico"/>
                <a:cs typeface="Quantico"/>
                <a:sym typeface="Quantico"/>
              </a:defRPr>
            </a:lvl2pPr>
            <a:lvl3pPr lvl="2">
              <a:spcBef>
                <a:spcPts val="0"/>
              </a:spcBef>
              <a:spcAft>
                <a:spcPts val="0"/>
              </a:spcAft>
              <a:buClr>
                <a:schemeClr val="dk1"/>
              </a:buClr>
              <a:buSzPts val="4800"/>
              <a:buNone/>
              <a:defRPr sz="4800">
                <a:latin typeface="Quantico"/>
                <a:ea typeface="Quantico"/>
                <a:cs typeface="Quantico"/>
                <a:sym typeface="Quantico"/>
              </a:defRPr>
            </a:lvl3pPr>
            <a:lvl4pPr lvl="3">
              <a:spcBef>
                <a:spcPts val="0"/>
              </a:spcBef>
              <a:spcAft>
                <a:spcPts val="0"/>
              </a:spcAft>
              <a:buClr>
                <a:schemeClr val="dk1"/>
              </a:buClr>
              <a:buSzPts val="4800"/>
              <a:buNone/>
              <a:defRPr sz="4800">
                <a:latin typeface="Quantico"/>
                <a:ea typeface="Quantico"/>
                <a:cs typeface="Quantico"/>
                <a:sym typeface="Quantico"/>
              </a:defRPr>
            </a:lvl4pPr>
            <a:lvl5pPr lvl="4">
              <a:spcBef>
                <a:spcPts val="0"/>
              </a:spcBef>
              <a:spcAft>
                <a:spcPts val="0"/>
              </a:spcAft>
              <a:buClr>
                <a:schemeClr val="dk1"/>
              </a:buClr>
              <a:buSzPts val="4800"/>
              <a:buNone/>
              <a:defRPr sz="4800">
                <a:latin typeface="Quantico"/>
                <a:ea typeface="Quantico"/>
                <a:cs typeface="Quantico"/>
                <a:sym typeface="Quantico"/>
              </a:defRPr>
            </a:lvl5pPr>
            <a:lvl6pPr lvl="5">
              <a:spcBef>
                <a:spcPts val="0"/>
              </a:spcBef>
              <a:spcAft>
                <a:spcPts val="0"/>
              </a:spcAft>
              <a:buClr>
                <a:schemeClr val="dk1"/>
              </a:buClr>
              <a:buSzPts val="4800"/>
              <a:buNone/>
              <a:defRPr sz="4800">
                <a:latin typeface="Quantico"/>
                <a:ea typeface="Quantico"/>
                <a:cs typeface="Quantico"/>
                <a:sym typeface="Quantico"/>
              </a:defRPr>
            </a:lvl6pPr>
            <a:lvl7pPr lvl="6">
              <a:spcBef>
                <a:spcPts val="0"/>
              </a:spcBef>
              <a:spcAft>
                <a:spcPts val="0"/>
              </a:spcAft>
              <a:buClr>
                <a:schemeClr val="dk1"/>
              </a:buClr>
              <a:buSzPts val="4800"/>
              <a:buNone/>
              <a:defRPr sz="4800">
                <a:latin typeface="Quantico"/>
                <a:ea typeface="Quantico"/>
                <a:cs typeface="Quantico"/>
                <a:sym typeface="Quantico"/>
              </a:defRPr>
            </a:lvl7pPr>
            <a:lvl8pPr lvl="7">
              <a:spcBef>
                <a:spcPts val="0"/>
              </a:spcBef>
              <a:spcAft>
                <a:spcPts val="0"/>
              </a:spcAft>
              <a:buClr>
                <a:schemeClr val="dk1"/>
              </a:buClr>
              <a:buSzPts val="4800"/>
              <a:buNone/>
              <a:defRPr sz="4800">
                <a:latin typeface="Quantico"/>
                <a:ea typeface="Quantico"/>
                <a:cs typeface="Quantico"/>
                <a:sym typeface="Quantico"/>
              </a:defRPr>
            </a:lvl8pPr>
            <a:lvl9pPr lvl="8">
              <a:spcBef>
                <a:spcPts val="0"/>
              </a:spcBef>
              <a:spcAft>
                <a:spcPts val="0"/>
              </a:spcAft>
              <a:buClr>
                <a:schemeClr val="dk1"/>
              </a:buClr>
              <a:buSzPts val="4800"/>
              <a:buNone/>
              <a:defRPr sz="4800">
                <a:latin typeface="Quantico"/>
                <a:ea typeface="Quantico"/>
                <a:cs typeface="Quantico"/>
                <a:sym typeface="Quantic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4" name="Shape 334"/>
        <p:cNvGrpSpPr/>
        <p:nvPr/>
      </p:nvGrpSpPr>
      <p:grpSpPr>
        <a:xfrm>
          <a:off x="0" y="0"/>
          <a:ext cx="0" cy="0"/>
          <a:chOff x="0" y="0"/>
          <a:chExt cx="0" cy="0"/>
        </a:xfrm>
      </p:grpSpPr>
      <p:sp>
        <p:nvSpPr>
          <p:cNvPr id="335" name="Google Shape;335;p28"/>
          <p:cNvSpPr txBox="1"/>
          <p:nvPr>
            <p:ph type="title"/>
          </p:nvPr>
        </p:nvSpPr>
        <p:spPr>
          <a:xfrm>
            <a:off x="311700" y="2150850"/>
            <a:ext cx="8520600" cy="841800"/>
          </a:xfrm>
          <a:prstGeom prst="rect">
            <a:avLst/>
          </a:prstGeom>
        </p:spPr>
        <p:txBody>
          <a:bodyPr anchorCtr="0" anchor="ctr" bIns="0" lIns="0" spcFirstLastPara="1" rIns="91425"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6" name="Shape 336"/>
        <p:cNvGrpSpPr/>
        <p:nvPr/>
      </p:nvGrpSpPr>
      <p:grpSpPr>
        <a:xfrm>
          <a:off x="0" y="0"/>
          <a:ext cx="0" cy="0"/>
          <a:chOff x="0" y="0"/>
          <a:chExt cx="0" cy="0"/>
        </a:xfrm>
      </p:grpSpPr>
      <p:sp>
        <p:nvSpPr>
          <p:cNvPr id="337" name="Google Shape;337;p29"/>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8" name="Google Shape;338;p29"/>
          <p:cNvSpPr txBox="1"/>
          <p:nvPr>
            <p:ph idx="1" type="body"/>
          </p:nvPr>
        </p:nvSpPr>
        <p:spPr>
          <a:xfrm>
            <a:off x="311700" y="1152475"/>
            <a:ext cx="85206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39" name="Shape 339"/>
        <p:cNvGrpSpPr/>
        <p:nvPr/>
      </p:nvGrpSpPr>
      <p:grpSpPr>
        <a:xfrm>
          <a:off x="0" y="0"/>
          <a:ext cx="0" cy="0"/>
          <a:chOff x="0" y="0"/>
          <a:chExt cx="0" cy="0"/>
        </a:xfrm>
      </p:grpSpPr>
      <p:sp>
        <p:nvSpPr>
          <p:cNvPr id="340" name="Google Shape;340;p30"/>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1" name="Shape 341"/>
        <p:cNvGrpSpPr/>
        <p:nvPr/>
      </p:nvGrpSpPr>
      <p:grpSpPr>
        <a:xfrm>
          <a:off x="0" y="0"/>
          <a:ext cx="0" cy="0"/>
          <a:chOff x="0" y="0"/>
          <a:chExt cx="0" cy="0"/>
        </a:xfrm>
      </p:grpSpPr>
      <p:sp>
        <p:nvSpPr>
          <p:cNvPr id="342" name="Google Shape;342;p31"/>
          <p:cNvSpPr txBox="1"/>
          <p:nvPr>
            <p:ph type="title"/>
          </p:nvPr>
        </p:nvSpPr>
        <p:spPr>
          <a:xfrm>
            <a:off x="311700" y="555600"/>
            <a:ext cx="2808000" cy="755700"/>
          </a:xfrm>
          <a:prstGeom prst="rect">
            <a:avLst/>
          </a:prstGeom>
        </p:spPr>
        <p:txBody>
          <a:bodyPr anchorCtr="0" anchor="b" bIns="0" lIns="0" spcFirstLastPara="1" rIns="91425"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3" name="Google Shape;343;p31"/>
          <p:cNvSpPr txBox="1"/>
          <p:nvPr>
            <p:ph idx="1" type="body"/>
          </p:nvPr>
        </p:nvSpPr>
        <p:spPr>
          <a:xfrm>
            <a:off x="311700" y="1389600"/>
            <a:ext cx="2808000" cy="31794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44" name="Shape 344"/>
        <p:cNvGrpSpPr/>
        <p:nvPr/>
      </p:nvGrpSpPr>
      <p:grpSpPr>
        <a:xfrm>
          <a:off x="0" y="0"/>
          <a:ext cx="0" cy="0"/>
          <a:chOff x="0" y="0"/>
          <a:chExt cx="0" cy="0"/>
        </a:xfrm>
      </p:grpSpPr>
      <p:sp>
        <p:nvSpPr>
          <p:cNvPr id="345" name="Google Shape;345;p32"/>
          <p:cNvSpPr txBox="1"/>
          <p:nvPr>
            <p:ph type="title"/>
          </p:nvPr>
        </p:nvSpPr>
        <p:spPr>
          <a:xfrm>
            <a:off x="490250" y="450150"/>
            <a:ext cx="6367800" cy="4090800"/>
          </a:xfrm>
          <a:prstGeom prst="rect">
            <a:avLst/>
          </a:prstGeom>
        </p:spPr>
        <p:txBody>
          <a:bodyPr anchorCtr="0" anchor="ctr" bIns="0" lIns="0" spcFirstLastPara="1" rIns="91425"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6" name="Shape 346"/>
        <p:cNvGrpSpPr/>
        <p:nvPr/>
      </p:nvGrpSpPr>
      <p:grpSpPr>
        <a:xfrm>
          <a:off x="0" y="0"/>
          <a:ext cx="0" cy="0"/>
          <a:chOff x="0" y="0"/>
          <a:chExt cx="0" cy="0"/>
        </a:xfrm>
      </p:grpSpPr>
      <p:sp>
        <p:nvSpPr>
          <p:cNvPr id="347" name="Google Shape;347;p33"/>
          <p:cNvSpPr txBox="1"/>
          <p:nvPr>
            <p:ph type="title"/>
          </p:nvPr>
        </p:nvSpPr>
        <p:spPr>
          <a:xfrm>
            <a:off x="265500" y="1233175"/>
            <a:ext cx="4045200" cy="1482300"/>
          </a:xfrm>
          <a:prstGeom prst="rect">
            <a:avLst/>
          </a:prstGeom>
        </p:spPr>
        <p:txBody>
          <a:bodyPr anchorCtr="0" anchor="b" bIns="0" lIns="0" spcFirstLastPara="1" rIns="91425"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48" name="Google Shape;348;p33"/>
          <p:cNvSpPr txBox="1"/>
          <p:nvPr>
            <p:ph idx="1" type="subTitle"/>
          </p:nvPr>
        </p:nvSpPr>
        <p:spPr>
          <a:xfrm>
            <a:off x="265500" y="2803075"/>
            <a:ext cx="4045200" cy="1235100"/>
          </a:xfrm>
          <a:prstGeom prst="rect">
            <a:avLst/>
          </a:prstGeom>
        </p:spPr>
        <p:txBody>
          <a:bodyPr anchorCtr="0" anchor="t" bIns="0" lIns="0" spcFirstLastPara="1" rIns="91425" wrap="square" tIns="0">
            <a:noAutofit/>
          </a:bodyPr>
          <a:lstStyle>
            <a:lvl1pPr lvl="0" algn="ctr">
              <a:lnSpc>
                <a:spcPct val="100000"/>
              </a:lnSpc>
              <a:spcBef>
                <a:spcPts val="0"/>
              </a:spcBef>
              <a:spcAft>
                <a:spcPts val="0"/>
              </a:spcAft>
              <a:buSzPts val="2100"/>
              <a:buNone/>
              <a:defRPr sz="2100"/>
            </a:lvl1pPr>
            <a:lvl2pPr lvl="1" algn="ctr">
              <a:lnSpc>
                <a:spcPct val="100000"/>
              </a:lnSpc>
              <a:spcBef>
                <a:spcPts val="1000"/>
              </a:spcBef>
              <a:spcAft>
                <a:spcPts val="0"/>
              </a:spcAft>
              <a:buSzPts val="2100"/>
              <a:buNone/>
              <a:defRPr sz="2100"/>
            </a:lvl2pPr>
            <a:lvl3pPr lvl="2" algn="ctr">
              <a:lnSpc>
                <a:spcPct val="100000"/>
              </a:lnSpc>
              <a:spcBef>
                <a:spcPts val="1000"/>
              </a:spcBef>
              <a:spcAft>
                <a:spcPts val="0"/>
              </a:spcAft>
              <a:buSzPts val="2100"/>
              <a:buNone/>
              <a:defRPr sz="2100"/>
            </a:lvl3pPr>
            <a:lvl4pPr lvl="3" algn="ctr">
              <a:lnSpc>
                <a:spcPct val="100000"/>
              </a:lnSpc>
              <a:spcBef>
                <a:spcPts val="1000"/>
              </a:spcBef>
              <a:spcAft>
                <a:spcPts val="0"/>
              </a:spcAft>
              <a:buSzPts val="2100"/>
              <a:buNone/>
              <a:defRPr sz="2100"/>
            </a:lvl4pPr>
            <a:lvl5pPr lvl="4" algn="ctr">
              <a:lnSpc>
                <a:spcPct val="100000"/>
              </a:lnSpc>
              <a:spcBef>
                <a:spcPts val="1000"/>
              </a:spcBef>
              <a:spcAft>
                <a:spcPts val="0"/>
              </a:spcAft>
              <a:buSzPts val="2100"/>
              <a:buNone/>
              <a:defRPr sz="2100"/>
            </a:lvl5pPr>
            <a:lvl6pPr lvl="5" algn="ctr">
              <a:lnSpc>
                <a:spcPct val="100000"/>
              </a:lnSpc>
              <a:spcBef>
                <a:spcPts val="1000"/>
              </a:spcBef>
              <a:spcAft>
                <a:spcPts val="0"/>
              </a:spcAft>
              <a:buSzPts val="2100"/>
              <a:buNone/>
              <a:defRPr sz="2100"/>
            </a:lvl6pPr>
            <a:lvl7pPr lvl="6" algn="ctr">
              <a:lnSpc>
                <a:spcPct val="100000"/>
              </a:lnSpc>
              <a:spcBef>
                <a:spcPts val="1000"/>
              </a:spcBef>
              <a:spcAft>
                <a:spcPts val="0"/>
              </a:spcAft>
              <a:buSzPts val="2100"/>
              <a:buNone/>
              <a:defRPr sz="2100"/>
            </a:lvl7pPr>
            <a:lvl8pPr lvl="7" algn="ctr">
              <a:lnSpc>
                <a:spcPct val="100000"/>
              </a:lnSpc>
              <a:spcBef>
                <a:spcPts val="1000"/>
              </a:spcBef>
              <a:spcAft>
                <a:spcPts val="0"/>
              </a:spcAft>
              <a:buSzPts val="2100"/>
              <a:buNone/>
              <a:defRPr sz="2100"/>
            </a:lvl8pPr>
            <a:lvl9pPr lvl="8" algn="ctr">
              <a:lnSpc>
                <a:spcPct val="100000"/>
              </a:lnSpc>
              <a:spcBef>
                <a:spcPts val="1000"/>
              </a:spcBef>
              <a:spcAft>
                <a:spcPts val="0"/>
              </a:spcAft>
              <a:buSzPts val="2100"/>
              <a:buNone/>
              <a:defRPr sz="2100"/>
            </a:lvl9pPr>
          </a:lstStyle>
          <a:p/>
        </p:txBody>
      </p:sp>
      <p:sp>
        <p:nvSpPr>
          <p:cNvPr id="349" name="Google Shape;349;p33"/>
          <p:cNvSpPr txBox="1"/>
          <p:nvPr>
            <p:ph idx="2" type="body"/>
          </p:nvPr>
        </p:nvSpPr>
        <p:spPr>
          <a:xfrm>
            <a:off x="4939500" y="724075"/>
            <a:ext cx="3837000" cy="3695100"/>
          </a:xfrm>
          <a:prstGeom prst="rect">
            <a:avLst/>
          </a:prstGeom>
        </p:spPr>
        <p:txBody>
          <a:bodyPr anchorCtr="0" anchor="ctr"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0" name="Shape 350"/>
        <p:cNvGrpSpPr/>
        <p:nvPr/>
      </p:nvGrpSpPr>
      <p:grpSpPr>
        <a:xfrm>
          <a:off x="0" y="0"/>
          <a:ext cx="0" cy="0"/>
          <a:chOff x="0" y="0"/>
          <a:chExt cx="0" cy="0"/>
        </a:xfrm>
      </p:grpSpPr>
      <p:sp>
        <p:nvSpPr>
          <p:cNvPr id="351" name="Google Shape;351;p34"/>
          <p:cNvSpPr txBox="1"/>
          <p:nvPr>
            <p:ph idx="1" type="body"/>
          </p:nvPr>
        </p:nvSpPr>
        <p:spPr>
          <a:xfrm>
            <a:off x="311700" y="4230575"/>
            <a:ext cx="5998800" cy="605100"/>
          </a:xfrm>
          <a:prstGeom prst="rect">
            <a:avLst/>
          </a:prstGeom>
        </p:spPr>
        <p:txBody>
          <a:bodyPr anchorCtr="0" anchor="ctr" bIns="0" lIns="0" spcFirstLastPara="1" rIns="91425" wrap="square" tIns="0">
            <a:noAutofit/>
          </a:bodyPr>
          <a:lstStyle>
            <a:lvl1pPr indent="-228600" lvl="0" marL="457200">
              <a:lnSpc>
                <a:spcPct val="100000"/>
              </a:lnSpc>
              <a:spcBef>
                <a:spcPts val="0"/>
              </a:spcBef>
              <a:spcAft>
                <a:spcPts val="0"/>
              </a:spcAft>
              <a:buSzPts val="10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2" name="Shape 352"/>
        <p:cNvGrpSpPr/>
        <p:nvPr/>
      </p:nvGrpSpPr>
      <p:grpSpPr>
        <a:xfrm>
          <a:off x="0" y="0"/>
          <a:ext cx="0" cy="0"/>
          <a:chOff x="0" y="0"/>
          <a:chExt cx="0" cy="0"/>
        </a:xfrm>
      </p:grpSpPr>
      <p:sp>
        <p:nvSpPr>
          <p:cNvPr id="353" name="Google Shape;353;p35"/>
          <p:cNvSpPr txBox="1"/>
          <p:nvPr>
            <p:ph hasCustomPrompt="1" type="title"/>
          </p:nvPr>
        </p:nvSpPr>
        <p:spPr>
          <a:xfrm>
            <a:off x="311700" y="1106125"/>
            <a:ext cx="8520600" cy="1963500"/>
          </a:xfrm>
          <a:prstGeom prst="rect">
            <a:avLst/>
          </a:prstGeom>
        </p:spPr>
        <p:txBody>
          <a:bodyPr anchorCtr="0" anchor="b" bIns="0" lIns="0" spcFirstLastPara="1" rIns="91425"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54" name="Google Shape;354;p35"/>
          <p:cNvSpPr txBox="1"/>
          <p:nvPr>
            <p:ph idx="1" type="body"/>
          </p:nvPr>
        </p:nvSpPr>
        <p:spPr>
          <a:xfrm>
            <a:off x="311700" y="3152225"/>
            <a:ext cx="8520600" cy="1300800"/>
          </a:xfrm>
          <a:prstGeom prst="rect">
            <a:avLst/>
          </a:prstGeom>
        </p:spPr>
        <p:txBody>
          <a:bodyPr anchorCtr="0" anchor="t" bIns="0" lIns="0" spcFirstLastPara="1" rIns="91425" wrap="square" tIns="0">
            <a:noAutofit/>
          </a:bodyPr>
          <a:lstStyle>
            <a:lvl1pPr indent="-292100" lvl="0" marL="457200" algn="ctr">
              <a:spcBef>
                <a:spcPts val="0"/>
              </a:spcBef>
              <a:spcAft>
                <a:spcPts val="0"/>
              </a:spcAft>
              <a:buSzPts val="1000"/>
              <a:buChar char="●"/>
              <a:defRPr/>
            </a:lvl1pPr>
            <a:lvl2pPr indent="-292100" lvl="1" marL="914400" algn="ctr">
              <a:spcBef>
                <a:spcPts val="1000"/>
              </a:spcBef>
              <a:spcAft>
                <a:spcPts val="0"/>
              </a:spcAft>
              <a:buSzPts val="1000"/>
              <a:buChar char="○"/>
              <a:defRPr/>
            </a:lvl2pPr>
            <a:lvl3pPr indent="-292100" lvl="2" marL="1371600" algn="ctr">
              <a:spcBef>
                <a:spcPts val="1000"/>
              </a:spcBef>
              <a:spcAft>
                <a:spcPts val="0"/>
              </a:spcAft>
              <a:buSzPts val="1000"/>
              <a:buChar char="■"/>
              <a:defRPr/>
            </a:lvl3pPr>
            <a:lvl4pPr indent="-292100" lvl="3" marL="1828800" algn="ctr">
              <a:spcBef>
                <a:spcPts val="1000"/>
              </a:spcBef>
              <a:spcAft>
                <a:spcPts val="0"/>
              </a:spcAft>
              <a:buSzPts val="1000"/>
              <a:buChar char="●"/>
              <a:defRPr/>
            </a:lvl4pPr>
            <a:lvl5pPr indent="-292100" lvl="4" marL="2286000" algn="ctr">
              <a:spcBef>
                <a:spcPts val="1000"/>
              </a:spcBef>
              <a:spcAft>
                <a:spcPts val="0"/>
              </a:spcAft>
              <a:buSzPts val="1000"/>
              <a:buChar char="○"/>
              <a:defRPr/>
            </a:lvl5pPr>
            <a:lvl6pPr indent="-292100" lvl="5" marL="2743200" algn="ctr">
              <a:spcBef>
                <a:spcPts val="1000"/>
              </a:spcBef>
              <a:spcAft>
                <a:spcPts val="0"/>
              </a:spcAft>
              <a:buSzPts val="1000"/>
              <a:buChar char="■"/>
              <a:defRPr/>
            </a:lvl6pPr>
            <a:lvl7pPr indent="-292100" lvl="6" marL="3200400" algn="ctr">
              <a:spcBef>
                <a:spcPts val="1000"/>
              </a:spcBef>
              <a:spcAft>
                <a:spcPts val="0"/>
              </a:spcAft>
              <a:buSzPts val="1000"/>
              <a:buChar char="●"/>
              <a:defRPr/>
            </a:lvl7pPr>
            <a:lvl8pPr indent="-292100" lvl="7" marL="3657600" algn="ctr">
              <a:spcBef>
                <a:spcPts val="1000"/>
              </a:spcBef>
              <a:spcAft>
                <a:spcPts val="0"/>
              </a:spcAft>
              <a:buSzPts val="1000"/>
              <a:buChar char="○"/>
              <a:defRPr/>
            </a:lvl8pPr>
            <a:lvl9pPr indent="-292100" lvl="8" marL="4114800" algn="ctr">
              <a:spcBef>
                <a:spcPts val="1000"/>
              </a:spcBef>
              <a:spcAft>
                <a:spcPts val="1000"/>
              </a:spcAft>
              <a:buSzPts val="10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5" name="Shape 35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6" name="Shape 356"/>
        <p:cNvGrpSpPr/>
        <p:nvPr/>
      </p:nvGrpSpPr>
      <p:grpSpPr>
        <a:xfrm>
          <a:off x="0" y="0"/>
          <a:ext cx="0" cy="0"/>
          <a:chOff x="0" y="0"/>
          <a:chExt cx="0" cy="0"/>
        </a:xfrm>
      </p:grpSpPr>
      <p:sp>
        <p:nvSpPr>
          <p:cNvPr id="357" name="Google Shape;357;p37"/>
          <p:cNvSpPr txBox="1"/>
          <p:nvPr>
            <p:ph type="title"/>
          </p:nvPr>
        </p:nvSpPr>
        <p:spPr>
          <a:xfrm>
            <a:off x="677325" y="1832775"/>
            <a:ext cx="3217200" cy="1484100"/>
          </a:xfrm>
          <a:prstGeom prst="rect">
            <a:avLst/>
          </a:prstGeom>
        </p:spPr>
        <p:txBody>
          <a:bodyPr anchorCtr="0" anchor="ctr" bIns="0" lIns="0" spcFirstLastPara="1" rIns="91425" wrap="square" tIns="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58" name="Google Shape;358;p37"/>
          <p:cNvSpPr txBox="1"/>
          <p:nvPr>
            <p:ph idx="1" type="subTitle"/>
          </p:nvPr>
        </p:nvSpPr>
        <p:spPr>
          <a:xfrm>
            <a:off x="4406650" y="39375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59" name="Google Shape;359;p37"/>
          <p:cNvSpPr txBox="1"/>
          <p:nvPr>
            <p:ph idx="2" type="subTitle"/>
          </p:nvPr>
        </p:nvSpPr>
        <p:spPr>
          <a:xfrm>
            <a:off x="4406650" y="115170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60" name="Google Shape;360;p37"/>
          <p:cNvSpPr txBox="1"/>
          <p:nvPr>
            <p:ph idx="3" type="subTitle"/>
          </p:nvPr>
        </p:nvSpPr>
        <p:spPr>
          <a:xfrm>
            <a:off x="4406650" y="342557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61" name="Google Shape;361;p37"/>
          <p:cNvSpPr txBox="1"/>
          <p:nvPr>
            <p:ph idx="4" type="subTitle"/>
          </p:nvPr>
        </p:nvSpPr>
        <p:spPr>
          <a:xfrm>
            <a:off x="4406650" y="190966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62" name="Google Shape;362;p37"/>
          <p:cNvSpPr txBox="1"/>
          <p:nvPr>
            <p:ph idx="5" type="subTitle"/>
          </p:nvPr>
        </p:nvSpPr>
        <p:spPr>
          <a:xfrm>
            <a:off x="4406650" y="418352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63" name="Google Shape;363;p37"/>
          <p:cNvSpPr txBox="1"/>
          <p:nvPr>
            <p:ph idx="6" type="subTitle"/>
          </p:nvPr>
        </p:nvSpPr>
        <p:spPr>
          <a:xfrm>
            <a:off x="4406650" y="266761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64" name="Shape 364"/>
        <p:cNvGrpSpPr/>
        <p:nvPr/>
      </p:nvGrpSpPr>
      <p:grpSpPr>
        <a:xfrm>
          <a:off x="0" y="0"/>
          <a:ext cx="0" cy="0"/>
          <a:chOff x="0" y="0"/>
          <a:chExt cx="0" cy="0"/>
        </a:xfrm>
      </p:grpSpPr>
      <p:sp>
        <p:nvSpPr>
          <p:cNvPr id="365" name="Google Shape;365;p38"/>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6" name="Google Shape;366;p38"/>
          <p:cNvSpPr txBox="1"/>
          <p:nvPr>
            <p:ph idx="1" type="body"/>
          </p:nvPr>
        </p:nvSpPr>
        <p:spPr>
          <a:xfrm>
            <a:off x="311700" y="1152475"/>
            <a:ext cx="44739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67" name="Google Shape;36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8" name="Shape 368"/>
        <p:cNvGrpSpPr/>
        <p:nvPr/>
      </p:nvGrpSpPr>
      <p:grpSpPr>
        <a:xfrm>
          <a:off x="0" y="0"/>
          <a:ext cx="0" cy="0"/>
          <a:chOff x="0" y="0"/>
          <a:chExt cx="0" cy="0"/>
        </a:xfrm>
      </p:grpSpPr>
      <p:sp>
        <p:nvSpPr>
          <p:cNvPr id="369" name="Google Shape;369;p39"/>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0" name="Google Shape;370;p39"/>
          <p:cNvSpPr txBox="1"/>
          <p:nvPr>
            <p:ph idx="1" type="body"/>
          </p:nvPr>
        </p:nvSpPr>
        <p:spPr>
          <a:xfrm>
            <a:off x="48315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71" name="Google Shape;371;p39"/>
          <p:cNvSpPr txBox="1"/>
          <p:nvPr>
            <p:ph idx="2" type="body"/>
          </p:nvPr>
        </p:nvSpPr>
        <p:spPr>
          <a:xfrm>
            <a:off x="504800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72" name="Google Shape;372;p39"/>
          <p:cNvSpPr txBox="1"/>
          <p:nvPr>
            <p:ph idx="3" type="subTitle"/>
          </p:nvPr>
        </p:nvSpPr>
        <p:spPr>
          <a:xfrm>
            <a:off x="48315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73" name="Google Shape;373;p39"/>
          <p:cNvSpPr txBox="1"/>
          <p:nvPr>
            <p:ph idx="4" type="subTitle"/>
          </p:nvPr>
        </p:nvSpPr>
        <p:spPr>
          <a:xfrm>
            <a:off x="504800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74" name="Shape 374"/>
        <p:cNvGrpSpPr/>
        <p:nvPr/>
      </p:nvGrpSpPr>
      <p:grpSpPr>
        <a:xfrm>
          <a:off x="0" y="0"/>
          <a:ext cx="0" cy="0"/>
          <a:chOff x="0" y="0"/>
          <a:chExt cx="0" cy="0"/>
        </a:xfrm>
      </p:grpSpPr>
      <p:sp>
        <p:nvSpPr>
          <p:cNvPr id="375" name="Google Shape;375;p40"/>
          <p:cNvSpPr txBox="1"/>
          <p:nvPr>
            <p:ph idx="1" type="body"/>
          </p:nvPr>
        </p:nvSpPr>
        <p:spPr>
          <a:xfrm>
            <a:off x="4831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76" name="Google Shape;376;p40"/>
          <p:cNvSpPr txBox="1"/>
          <p:nvPr>
            <p:ph idx="2" type="body"/>
          </p:nvPr>
        </p:nvSpPr>
        <p:spPr>
          <a:xfrm>
            <a:off x="334772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77" name="Google Shape;377;p40"/>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8" name="Google Shape;378;p40"/>
          <p:cNvSpPr txBox="1"/>
          <p:nvPr>
            <p:ph idx="3" type="subTitle"/>
          </p:nvPr>
        </p:nvSpPr>
        <p:spPr>
          <a:xfrm>
            <a:off x="4831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79" name="Google Shape;379;p40"/>
          <p:cNvSpPr txBox="1"/>
          <p:nvPr>
            <p:ph idx="4" type="subTitle"/>
          </p:nvPr>
        </p:nvSpPr>
        <p:spPr>
          <a:xfrm>
            <a:off x="334772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80" name="Google Shape;380;p40"/>
          <p:cNvSpPr txBox="1"/>
          <p:nvPr>
            <p:ph idx="5" type="subTitle"/>
          </p:nvPr>
        </p:nvSpPr>
        <p:spPr>
          <a:xfrm>
            <a:off x="62122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81" name="Google Shape;381;p40"/>
          <p:cNvSpPr txBox="1"/>
          <p:nvPr>
            <p:ph idx="6" type="body"/>
          </p:nvPr>
        </p:nvSpPr>
        <p:spPr>
          <a:xfrm>
            <a:off x="62122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2" name="Shape 382"/>
        <p:cNvGrpSpPr/>
        <p:nvPr/>
      </p:nvGrpSpPr>
      <p:grpSpPr>
        <a:xfrm>
          <a:off x="0" y="0"/>
          <a:ext cx="0" cy="0"/>
          <a:chOff x="0" y="0"/>
          <a:chExt cx="0" cy="0"/>
        </a:xfrm>
      </p:grpSpPr>
      <p:sp>
        <p:nvSpPr>
          <p:cNvPr id="383" name="Google Shape;383;p41"/>
          <p:cNvSpPr txBox="1"/>
          <p:nvPr>
            <p:ph idx="1" type="body"/>
          </p:nvPr>
        </p:nvSpPr>
        <p:spPr>
          <a:xfrm>
            <a:off x="366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84" name="Google Shape;384;p41"/>
          <p:cNvSpPr txBox="1"/>
          <p:nvPr>
            <p:ph idx="2" type="body"/>
          </p:nvPr>
        </p:nvSpPr>
        <p:spPr>
          <a:xfrm>
            <a:off x="4938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85" name="Google Shape;385;p41"/>
          <p:cNvSpPr txBox="1"/>
          <p:nvPr>
            <p:ph idx="3" type="body"/>
          </p:nvPr>
        </p:nvSpPr>
        <p:spPr>
          <a:xfrm>
            <a:off x="366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86" name="Google Shape;386;p41"/>
          <p:cNvSpPr txBox="1"/>
          <p:nvPr>
            <p:ph idx="4" type="body"/>
          </p:nvPr>
        </p:nvSpPr>
        <p:spPr>
          <a:xfrm>
            <a:off x="4938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387" name="Google Shape;387;p41"/>
          <p:cNvSpPr txBox="1"/>
          <p:nvPr>
            <p:ph type="title"/>
          </p:nvPr>
        </p:nvSpPr>
        <p:spPr>
          <a:xfrm>
            <a:off x="366750"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8" name="Google Shape;388;p41"/>
          <p:cNvSpPr txBox="1"/>
          <p:nvPr>
            <p:ph idx="5" type="subTitle"/>
          </p:nvPr>
        </p:nvSpPr>
        <p:spPr>
          <a:xfrm>
            <a:off x="366763"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89" name="Google Shape;389;p41"/>
          <p:cNvSpPr txBox="1"/>
          <p:nvPr>
            <p:ph idx="6" type="subTitle"/>
          </p:nvPr>
        </p:nvSpPr>
        <p:spPr>
          <a:xfrm>
            <a:off x="4938738"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90" name="Google Shape;390;p41"/>
          <p:cNvSpPr txBox="1"/>
          <p:nvPr>
            <p:ph idx="7" type="subTitle"/>
          </p:nvPr>
        </p:nvSpPr>
        <p:spPr>
          <a:xfrm>
            <a:off x="4938761"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391" name="Google Shape;391;p41"/>
          <p:cNvSpPr txBox="1"/>
          <p:nvPr>
            <p:ph idx="8" type="subTitle"/>
          </p:nvPr>
        </p:nvSpPr>
        <p:spPr>
          <a:xfrm>
            <a:off x="366750"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2" name="Shape 392"/>
        <p:cNvGrpSpPr/>
        <p:nvPr/>
      </p:nvGrpSpPr>
      <p:grpSpPr>
        <a:xfrm>
          <a:off x="0" y="0"/>
          <a:ext cx="0" cy="0"/>
          <a:chOff x="0" y="0"/>
          <a:chExt cx="0" cy="0"/>
        </a:xfrm>
      </p:grpSpPr>
      <p:sp>
        <p:nvSpPr>
          <p:cNvPr id="393" name="Google Shape;393;p42"/>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5" name="Shape 395"/>
        <p:cNvGrpSpPr/>
        <p:nvPr/>
      </p:nvGrpSpPr>
      <p:grpSpPr>
        <a:xfrm>
          <a:off x="0" y="0"/>
          <a:ext cx="0" cy="0"/>
          <a:chOff x="0" y="0"/>
          <a:chExt cx="0" cy="0"/>
        </a:xfrm>
      </p:grpSpPr>
      <p:sp>
        <p:nvSpPr>
          <p:cNvPr id="396" name="Google Shape;396;p43"/>
          <p:cNvSpPr txBox="1"/>
          <p:nvPr>
            <p:ph idx="1" type="body"/>
          </p:nvPr>
        </p:nvSpPr>
        <p:spPr>
          <a:xfrm>
            <a:off x="311700"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397" name="Google Shape;397;p43"/>
          <p:cNvSpPr/>
          <p:nvPr>
            <p:ph idx="2" type="pic"/>
          </p:nvPr>
        </p:nvSpPr>
        <p:spPr>
          <a:xfrm>
            <a:off x="4804825" y="1133300"/>
            <a:ext cx="4027500" cy="2392800"/>
          </a:xfrm>
          <a:prstGeom prst="rect">
            <a:avLst/>
          </a:prstGeom>
          <a:noFill/>
          <a:ln>
            <a:noFill/>
          </a:ln>
        </p:spPr>
      </p:sp>
      <p:sp>
        <p:nvSpPr>
          <p:cNvPr id="398" name="Google Shape;398;p43"/>
          <p:cNvSpPr/>
          <p:nvPr>
            <p:ph idx="3" type="pic"/>
          </p:nvPr>
        </p:nvSpPr>
        <p:spPr>
          <a:xfrm>
            <a:off x="311725" y="1133300"/>
            <a:ext cx="4027500" cy="2392800"/>
          </a:xfrm>
          <a:prstGeom prst="rect">
            <a:avLst/>
          </a:prstGeom>
          <a:noFill/>
          <a:ln>
            <a:noFill/>
          </a:ln>
        </p:spPr>
      </p:sp>
      <p:sp>
        <p:nvSpPr>
          <p:cNvPr id="399" name="Google Shape;399;p43"/>
          <p:cNvSpPr txBox="1"/>
          <p:nvPr>
            <p:ph idx="4" type="body"/>
          </p:nvPr>
        </p:nvSpPr>
        <p:spPr>
          <a:xfrm>
            <a:off x="4804825"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00" name="Google Shape;400;p43"/>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1" name="Google Shape;401;p43"/>
          <p:cNvSpPr txBox="1"/>
          <p:nvPr>
            <p:ph idx="5" type="subTitle"/>
          </p:nvPr>
        </p:nvSpPr>
        <p:spPr>
          <a:xfrm>
            <a:off x="3117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02" name="Google Shape;402;p43"/>
          <p:cNvSpPr txBox="1"/>
          <p:nvPr>
            <p:ph idx="6" type="subTitle"/>
          </p:nvPr>
        </p:nvSpPr>
        <p:spPr>
          <a:xfrm>
            <a:off x="48048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3" name="Shape 403"/>
        <p:cNvGrpSpPr/>
        <p:nvPr/>
      </p:nvGrpSpPr>
      <p:grpSpPr>
        <a:xfrm>
          <a:off x="0" y="0"/>
          <a:ext cx="0" cy="0"/>
          <a:chOff x="0" y="0"/>
          <a:chExt cx="0" cy="0"/>
        </a:xfrm>
      </p:grpSpPr>
      <p:sp>
        <p:nvSpPr>
          <p:cNvPr id="404" name="Google Shape;404;p44"/>
          <p:cNvSpPr txBox="1"/>
          <p:nvPr>
            <p:ph idx="1" type="body"/>
          </p:nvPr>
        </p:nvSpPr>
        <p:spPr>
          <a:xfrm>
            <a:off x="31170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05" name="Google Shape;405;p44"/>
          <p:cNvSpPr/>
          <p:nvPr>
            <p:ph idx="2" type="pic"/>
          </p:nvPr>
        </p:nvSpPr>
        <p:spPr>
          <a:xfrm>
            <a:off x="6205225" y="1128325"/>
            <a:ext cx="2627100" cy="2273100"/>
          </a:xfrm>
          <a:prstGeom prst="rect">
            <a:avLst/>
          </a:prstGeom>
          <a:noFill/>
          <a:ln>
            <a:noFill/>
          </a:ln>
        </p:spPr>
      </p:sp>
      <p:sp>
        <p:nvSpPr>
          <p:cNvPr id="406" name="Google Shape;406;p44"/>
          <p:cNvSpPr/>
          <p:nvPr>
            <p:ph idx="3" type="pic"/>
          </p:nvPr>
        </p:nvSpPr>
        <p:spPr>
          <a:xfrm>
            <a:off x="311725" y="1128325"/>
            <a:ext cx="2627100" cy="2273100"/>
          </a:xfrm>
          <a:prstGeom prst="rect">
            <a:avLst/>
          </a:prstGeom>
          <a:noFill/>
          <a:ln>
            <a:noFill/>
          </a:ln>
        </p:spPr>
      </p:sp>
      <p:sp>
        <p:nvSpPr>
          <p:cNvPr id="407" name="Google Shape;407;p44"/>
          <p:cNvSpPr txBox="1"/>
          <p:nvPr>
            <p:ph idx="4" type="body"/>
          </p:nvPr>
        </p:nvSpPr>
        <p:spPr>
          <a:xfrm>
            <a:off x="6205225"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08" name="Google Shape;408;p44"/>
          <p:cNvSpPr/>
          <p:nvPr>
            <p:ph idx="5" type="pic"/>
          </p:nvPr>
        </p:nvSpPr>
        <p:spPr>
          <a:xfrm>
            <a:off x="3255250" y="1128325"/>
            <a:ext cx="2627100" cy="2273100"/>
          </a:xfrm>
          <a:prstGeom prst="rect">
            <a:avLst/>
          </a:prstGeom>
          <a:noFill/>
          <a:ln>
            <a:noFill/>
          </a:ln>
        </p:spPr>
      </p:sp>
      <p:sp>
        <p:nvSpPr>
          <p:cNvPr id="409" name="Google Shape;409;p44"/>
          <p:cNvSpPr txBox="1"/>
          <p:nvPr>
            <p:ph idx="6" type="body"/>
          </p:nvPr>
        </p:nvSpPr>
        <p:spPr>
          <a:xfrm>
            <a:off x="325525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410" name="Google Shape;410;p44"/>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1" name="Google Shape;411;p44"/>
          <p:cNvSpPr txBox="1"/>
          <p:nvPr>
            <p:ph idx="7" type="subTitle"/>
          </p:nvPr>
        </p:nvSpPr>
        <p:spPr>
          <a:xfrm>
            <a:off x="3117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12" name="Google Shape;412;p44"/>
          <p:cNvSpPr txBox="1"/>
          <p:nvPr>
            <p:ph idx="8" type="subTitle"/>
          </p:nvPr>
        </p:nvSpPr>
        <p:spPr>
          <a:xfrm>
            <a:off x="62052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413" name="Google Shape;413;p44"/>
          <p:cNvSpPr txBox="1"/>
          <p:nvPr>
            <p:ph idx="9" type="subTitle"/>
          </p:nvPr>
        </p:nvSpPr>
        <p:spPr>
          <a:xfrm>
            <a:off x="3255250"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14" name="Shape 414"/>
        <p:cNvGrpSpPr/>
        <p:nvPr/>
      </p:nvGrpSpPr>
      <p:grpSpPr>
        <a:xfrm>
          <a:off x="0" y="0"/>
          <a:ext cx="0" cy="0"/>
          <a:chOff x="0" y="0"/>
          <a:chExt cx="0" cy="0"/>
        </a:xfrm>
      </p:grpSpPr>
      <p:sp>
        <p:nvSpPr>
          <p:cNvPr id="415" name="Google Shape;41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6" name="Shape 416"/>
        <p:cNvGrpSpPr/>
        <p:nvPr/>
      </p:nvGrpSpPr>
      <p:grpSpPr>
        <a:xfrm>
          <a:off x="0" y="0"/>
          <a:ext cx="0" cy="0"/>
          <a:chOff x="0" y="0"/>
          <a:chExt cx="0" cy="0"/>
        </a:xfrm>
      </p:grpSpPr>
      <p:sp>
        <p:nvSpPr>
          <p:cNvPr id="417" name="Google Shape;417;p46"/>
          <p:cNvSpPr/>
          <p:nvPr>
            <p:ph idx="2" type="pic"/>
          </p:nvPr>
        </p:nvSpPr>
        <p:spPr>
          <a:xfrm>
            <a:off x="3389600" y="118913"/>
            <a:ext cx="1643700" cy="1535100"/>
          </a:xfrm>
          <a:prstGeom prst="rect">
            <a:avLst/>
          </a:prstGeom>
          <a:noFill/>
          <a:ln>
            <a:noFill/>
          </a:ln>
        </p:spPr>
      </p:sp>
      <p:sp>
        <p:nvSpPr>
          <p:cNvPr id="418" name="Google Shape;418;p46"/>
          <p:cNvSpPr/>
          <p:nvPr>
            <p:ph idx="3" type="pic"/>
          </p:nvPr>
        </p:nvSpPr>
        <p:spPr>
          <a:xfrm>
            <a:off x="5195935" y="118913"/>
            <a:ext cx="1643700" cy="1535100"/>
          </a:xfrm>
          <a:prstGeom prst="rect">
            <a:avLst/>
          </a:prstGeom>
          <a:noFill/>
          <a:ln>
            <a:noFill/>
          </a:ln>
        </p:spPr>
      </p:sp>
      <p:sp>
        <p:nvSpPr>
          <p:cNvPr id="419" name="Google Shape;419;p46"/>
          <p:cNvSpPr/>
          <p:nvPr>
            <p:ph idx="4" type="pic"/>
          </p:nvPr>
        </p:nvSpPr>
        <p:spPr>
          <a:xfrm>
            <a:off x="7002270" y="118913"/>
            <a:ext cx="1643700" cy="1535100"/>
          </a:xfrm>
          <a:prstGeom prst="rect">
            <a:avLst/>
          </a:prstGeom>
          <a:noFill/>
          <a:ln>
            <a:noFill/>
          </a:ln>
        </p:spPr>
      </p:sp>
      <p:sp>
        <p:nvSpPr>
          <p:cNvPr id="420" name="Google Shape;420;p46"/>
          <p:cNvSpPr/>
          <p:nvPr>
            <p:ph idx="5" type="pic"/>
          </p:nvPr>
        </p:nvSpPr>
        <p:spPr>
          <a:xfrm>
            <a:off x="3389588" y="1804212"/>
            <a:ext cx="1643700" cy="1535100"/>
          </a:xfrm>
          <a:prstGeom prst="rect">
            <a:avLst/>
          </a:prstGeom>
          <a:noFill/>
          <a:ln>
            <a:noFill/>
          </a:ln>
        </p:spPr>
      </p:sp>
      <p:sp>
        <p:nvSpPr>
          <p:cNvPr id="421" name="Google Shape;421;p46"/>
          <p:cNvSpPr/>
          <p:nvPr>
            <p:ph idx="6" type="pic"/>
          </p:nvPr>
        </p:nvSpPr>
        <p:spPr>
          <a:xfrm>
            <a:off x="5195922" y="1804212"/>
            <a:ext cx="1643700" cy="1535100"/>
          </a:xfrm>
          <a:prstGeom prst="rect">
            <a:avLst/>
          </a:prstGeom>
          <a:noFill/>
          <a:ln>
            <a:noFill/>
          </a:ln>
        </p:spPr>
      </p:sp>
      <p:sp>
        <p:nvSpPr>
          <p:cNvPr id="422" name="Google Shape;422;p46"/>
          <p:cNvSpPr/>
          <p:nvPr>
            <p:ph idx="7" type="pic"/>
          </p:nvPr>
        </p:nvSpPr>
        <p:spPr>
          <a:xfrm>
            <a:off x="7002257" y="1804212"/>
            <a:ext cx="1643700" cy="1535100"/>
          </a:xfrm>
          <a:prstGeom prst="rect">
            <a:avLst/>
          </a:prstGeom>
          <a:noFill/>
          <a:ln>
            <a:noFill/>
          </a:ln>
        </p:spPr>
      </p:sp>
      <p:sp>
        <p:nvSpPr>
          <p:cNvPr id="423" name="Google Shape;423;p46"/>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24" name="Google Shape;424;p46"/>
          <p:cNvSpPr/>
          <p:nvPr>
            <p:ph idx="8" type="pic"/>
          </p:nvPr>
        </p:nvSpPr>
        <p:spPr>
          <a:xfrm>
            <a:off x="3389588" y="3489487"/>
            <a:ext cx="1643700" cy="1535100"/>
          </a:xfrm>
          <a:prstGeom prst="rect">
            <a:avLst/>
          </a:prstGeom>
          <a:noFill/>
          <a:ln>
            <a:noFill/>
          </a:ln>
        </p:spPr>
      </p:sp>
      <p:sp>
        <p:nvSpPr>
          <p:cNvPr id="425" name="Google Shape;425;p46"/>
          <p:cNvSpPr/>
          <p:nvPr>
            <p:ph idx="9" type="pic"/>
          </p:nvPr>
        </p:nvSpPr>
        <p:spPr>
          <a:xfrm>
            <a:off x="5195922" y="3489487"/>
            <a:ext cx="1643700" cy="1535100"/>
          </a:xfrm>
          <a:prstGeom prst="rect">
            <a:avLst/>
          </a:prstGeom>
          <a:noFill/>
          <a:ln>
            <a:noFill/>
          </a:ln>
        </p:spPr>
      </p:sp>
      <p:sp>
        <p:nvSpPr>
          <p:cNvPr id="426" name="Google Shape;42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1.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84700" y="460250"/>
            <a:ext cx="8574600" cy="425100"/>
          </a:xfrm>
          <a:prstGeom prst="rect">
            <a:avLst/>
          </a:prstGeom>
          <a:noFill/>
          <a:ln>
            <a:noFill/>
          </a:ln>
        </p:spPr>
        <p:txBody>
          <a:bodyPr anchorCtr="0" anchor="t" bIns="0" lIns="0" spcFirstLastPara="1" rIns="91425" wrap="square" tIns="0">
            <a:noAutofit/>
          </a:bodyPr>
          <a:lstStyle>
            <a:lvl1pPr lvl="0">
              <a:lnSpc>
                <a:spcPct val="115000"/>
              </a:lnSpc>
              <a:spcBef>
                <a:spcPts val="0"/>
              </a:spcBef>
              <a:spcAft>
                <a:spcPts val="0"/>
              </a:spcAft>
              <a:buClr>
                <a:schemeClr val="dk1"/>
              </a:buClr>
              <a:buSzPts val="3000"/>
              <a:buFont typeface="Quantico"/>
              <a:buNone/>
              <a:defRPr sz="3000">
                <a:solidFill>
                  <a:schemeClr val="dk1"/>
                </a:solidFill>
                <a:latin typeface="Quantico"/>
                <a:ea typeface="Quantico"/>
                <a:cs typeface="Quantico"/>
                <a:sym typeface="Quantico"/>
              </a:defRPr>
            </a:lvl1pPr>
            <a:lvl2pPr lvl="1">
              <a:lnSpc>
                <a:spcPct val="115000"/>
              </a:lnSpc>
              <a:spcBef>
                <a:spcPts val="0"/>
              </a:spcBef>
              <a:spcAft>
                <a:spcPts val="0"/>
              </a:spcAft>
              <a:buClr>
                <a:schemeClr val="dk1"/>
              </a:buClr>
              <a:buSzPts val="3000"/>
              <a:buFont typeface="Arial"/>
              <a:buNone/>
              <a:defRPr sz="3000">
                <a:solidFill>
                  <a:schemeClr val="dk1"/>
                </a:solidFill>
              </a:defRPr>
            </a:lvl2pPr>
            <a:lvl3pPr lvl="2">
              <a:lnSpc>
                <a:spcPct val="115000"/>
              </a:lnSpc>
              <a:spcBef>
                <a:spcPts val="0"/>
              </a:spcBef>
              <a:spcAft>
                <a:spcPts val="0"/>
              </a:spcAft>
              <a:buClr>
                <a:schemeClr val="dk1"/>
              </a:buClr>
              <a:buSzPts val="3000"/>
              <a:buFont typeface="Arial"/>
              <a:buNone/>
              <a:defRPr sz="3000">
                <a:solidFill>
                  <a:schemeClr val="dk1"/>
                </a:solidFill>
              </a:defRPr>
            </a:lvl3pPr>
            <a:lvl4pPr lvl="3">
              <a:lnSpc>
                <a:spcPct val="115000"/>
              </a:lnSpc>
              <a:spcBef>
                <a:spcPts val="0"/>
              </a:spcBef>
              <a:spcAft>
                <a:spcPts val="0"/>
              </a:spcAft>
              <a:buClr>
                <a:schemeClr val="dk1"/>
              </a:buClr>
              <a:buSzPts val="3000"/>
              <a:buFont typeface="Arial"/>
              <a:buNone/>
              <a:defRPr sz="3000">
                <a:solidFill>
                  <a:schemeClr val="dk1"/>
                </a:solidFill>
              </a:defRPr>
            </a:lvl4pPr>
            <a:lvl5pPr lvl="4">
              <a:lnSpc>
                <a:spcPct val="115000"/>
              </a:lnSpc>
              <a:spcBef>
                <a:spcPts val="0"/>
              </a:spcBef>
              <a:spcAft>
                <a:spcPts val="0"/>
              </a:spcAft>
              <a:buClr>
                <a:schemeClr val="dk1"/>
              </a:buClr>
              <a:buSzPts val="3000"/>
              <a:buFont typeface="Arial"/>
              <a:buNone/>
              <a:defRPr sz="3000">
                <a:solidFill>
                  <a:schemeClr val="dk1"/>
                </a:solidFill>
              </a:defRPr>
            </a:lvl5pPr>
            <a:lvl6pPr lvl="5">
              <a:lnSpc>
                <a:spcPct val="115000"/>
              </a:lnSpc>
              <a:spcBef>
                <a:spcPts val="0"/>
              </a:spcBef>
              <a:spcAft>
                <a:spcPts val="0"/>
              </a:spcAft>
              <a:buClr>
                <a:schemeClr val="dk1"/>
              </a:buClr>
              <a:buSzPts val="3000"/>
              <a:buFont typeface="Arial"/>
              <a:buNone/>
              <a:defRPr sz="3000">
                <a:solidFill>
                  <a:schemeClr val="dk1"/>
                </a:solidFill>
              </a:defRPr>
            </a:lvl6pPr>
            <a:lvl7pPr lvl="6">
              <a:lnSpc>
                <a:spcPct val="115000"/>
              </a:lnSpc>
              <a:spcBef>
                <a:spcPts val="0"/>
              </a:spcBef>
              <a:spcAft>
                <a:spcPts val="0"/>
              </a:spcAft>
              <a:buClr>
                <a:schemeClr val="dk1"/>
              </a:buClr>
              <a:buSzPts val="3000"/>
              <a:buFont typeface="Arial"/>
              <a:buNone/>
              <a:defRPr sz="3000">
                <a:solidFill>
                  <a:schemeClr val="dk1"/>
                </a:solidFill>
              </a:defRPr>
            </a:lvl7pPr>
            <a:lvl8pPr lvl="7">
              <a:lnSpc>
                <a:spcPct val="115000"/>
              </a:lnSpc>
              <a:spcBef>
                <a:spcPts val="0"/>
              </a:spcBef>
              <a:spcAft>
                <a:spcPts val="0"/>
              </a:spcAft>
              <a:buClr>
                <a:schemeClr val="dk1"/>
              </a:buClr>
              <a:buSzPts val="3000"/>
              <a:buFont typeface="Arial"/>
              <a:buNone/>
              <a:defRPr sz="3000">
                <a:solidFill>
                  <a:schemeClr val="dk1"/>
                </a:solidFill>
              </a:defRPr>
            </a:lvl8pPr>
            <a:lvl9pPr lvl="8">
              <a:lnSpc>
                <a:spcPct val="115000"/>
              </a:lnSpc>
              <a:spcBef>
                <a:spcPts val="0"/>
              </a:spcBef>
              <a:spcAft>
                <a:spcPts val="0"/>
              </a:spcAft>
              <a:buClr>
                <a:schemeClr val="dk1"/>
              </a:buClr>
              <a:buSzPts val="3000"/>
              <a:buFont typeface="Arial"/>
              <a:buNone/>
              <a:defRPr sz="3000">
                <a:solidFill>
                  <a:schemeClr val="dk1"/>
                </a:solidFill>
              </a:defRPr>
            </a:lvl9pPr>
          </a:lstStyle>
          <a:p/>
        </p:txBody>
      </p:sp>
      <p:sp>
        <p:nvSpPr>
          <p:cNvPr id="7" name="Google Shape;7;p1"/>
          <p:cNvSpPr txBox="1"/>
          <p:nvPr>
            <p:ph idx="1" type="body"/>
          </p:nvPr>
        </p:nvSpPr>
        <p:spPr>
          <a:xfrm>
            <a:off x="284700" y="1299725"/>
            <a:ext cx="6153900" cy="2901300"/>
          </a:xfrm>
          <a:prstGeom prst="rect">
            <a:avLst/>
          </a:prstGeom>
          <a:noFill/>
          <a:ln>
            <a:noFill/>
          </a:ln>
        </p:spPr>
        <p:txBody>
          <a:bodyPr anchorCtr="0" anchor="t" bIns="0" lIns="0" spcFirstLastPara="1" rIns="91425" wrap="square" tIns="0">
            <a:noAutofit/>
          </a:bodyPr>
          <a:lstStyle>
            <a:lvl1pPr indent="-292100" lvl="0" marL="457200">
              <a:lnSpc>
                <a:spcPct val="150000"/>
              </a:lnSpc>
              <a:spcBef>
                <a:spcPts val="0"/>
              </a:spcBef>
              <a:spcAft>
                <a:spcPts val="0"/>
              </a:spcAft>
              <a:buClr>
                <a:schemeClr val="dk2"/>
              </a:buClr>
              <a:buSzPts val="1000"/>
              <a:buFont typeface="Lato"/>
              <a:buChar char="●"/>
              <a:defRPr sz="1000">
                <a:solidFill>
                  <a:schemeClr val="dk2"/>
                </a:solidFill>
                <a:latin typeface="Lato"/>
                <a:ea typeface="Lato"/>
                <a:cs typeface="Lato"/>
                <a:sym typeface="Lato"/>
              </a:defRPr>
            </a:lvl1pPr>
            <a:lvl2pPr indent="-292100" lvl="1" marL="914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2pPr>
            <a:lvl3pPr indent="-292100" lvl="2" marL="1371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3pPr>
            <a:lvl4pPr indent="-292100" lvl="3" marL="18288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4pPr>
            <a:lvl5pPr indent="-292100" lvl="4" marL="22860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5pPr>
            <a:lvl6pPr indent="-292100" lvl="5" marL="27432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6pPr>
            <a:lvl7pPr indent="-292100" lvl="6" marL="3200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7pPr>
            <a:lvl8pPr indent="-292100" lvl="7" marL="3657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8pPr>
            <a:lvl9pPr indent="-292100" lvl="8" marL="4114800">
              <a:lnSpc>
                <a:spcPct val="150000"/>
              </a:lnSpc>
              <a:spcBef>
                <a:spcPts val="1000"/>
              </a:spcBef>
              <a:spcAft>
                <a:spcPts val="1000"/>
              </a:spcAft>
              <a:buClr>
                <a:schemeClr val="dk2"/>
              </a:buClr>
              <a:buSzPts val="1000"/>
              <a:buFont typeface="Lato"/>
              <a:buChar char="■"/>
              <a:defRPr sz="1000">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9">
          <p15:clr>
            <a:schemeClr val="accent1"/>
          </p15:clr>
        </p15:guide>
        <p15:guide id="2" orient="horz" pos="899">
          <p15:clr>
            <a:schemeClr val="accent1"/>
          </p15:clr>
        </p15:guide>
        <p15:guide id="3" orient="horz" pos="960">
          <p15:clr>
            <a:schemeClr val="accent1"/>
          </p15:clr>
        </p15:guide>
        <p15:guide id="4" orient="horz" pos="1560">
          <p15:clr>
            <a:schemeClr val="accent1"/>
          </p15:clr>
        </p15:guide>
        <p15:guide id="5" orient="horz" pos="1620">
          <p15:clr>
            <a:schemeClr val="accent1"/>
          </p15:clr>
        </p15:guide>
        <p15:guide id="6" orient="horz" pos="2280">
          <p15:clr>
            <a:schemeClr val="accent1"/>
          </p15:clr>
        </p15:guide>
        <p15:guide id="7" orient="horz" pos="2341">
          <p15:clr>
            <a:schemeClr val="accent1"/>
          </p15:clr>
        </p15:guide>
        <p15:guide id="8" pos="299">
          <p15:clr>
            <a:schemeClr val="accent1"/>
          </p15:clr>
        </p15:guide>
        <p15:guide id="9" pos="1559">
          <p15:clr>
            <a:schemeClr val="accent1"/>
          </p15:clr>
        </p15:guide>
        <p15:guide id="10" pos="1618">
          <p15:clr>
            <a:schemeClr val="accent1"/>
          </p15:clr>
        </p15:guide>
        <p15:guide id="11" pos="1981">
          <p15:clr>
            <a:schemeClr val="accent2"/>
          </p15:clr>
        </p15:guide>
        <p15:guide id="12" pos="2039">
          <p15:clr>
            <a:schemeClr val="accent2"/>
          </p15:clr>
        </p15:guide>
        <p15:guide id="13" pos="2880">
          <p15:clr>
            <a:schemeClr val="accent1"/>
          </p15:clr>
        </p15:guide>
        <p15:guide id="14" pos="2939">
          <p15:clr>
            <a:schemeClr val="accent1"/>
          </p15:clr>
        </p15:guide>
        <p15:guide id="15" pos="3719">
          <p15:clr>
            <a:schemeClr val="accent2"/>
          </p15:clr>
        </p15:guide>
        <p15:guide id="16" pos="3779">
          <p15:clr>
            <a:schemeClr val="accent2"/>
          </p15:clr>
        </p15:guide>
        <p15:guide id="17" pos="4140">
          <p15:clr>
            <a:schemeClr val="accent1"/>
          </p15:clr>
        </p15:guide>
        <p15:guide id="18" pos="4199">
          <p15:clr>
            <a:schemeClr val="accent1"/>
          </p15:clr>
        </p15:guide>
        <p15:guide id="19" pos="5459">
          <p15:clr>
            <a:schemeClr val="accent1"/>
          </p15:clr>
        </p15:guide>
        <p15:guide id="20" orient="horz" pos="2941">
          <p15:clr>
            <a:schemeClr val="accent1"/>
          </p15:clr>
        </p15:guide>
        <p15:guide id="21" pos="179">
          <p15:clr>
            <a:srgbClr val="EA4335"/>
          </p15:clr>
        </p15:guide>
        <p15:guide id="22" orient="horz" pos="180">
          <p15:clr>
            <a:srgbClr val="EA4335"/>
          </p15:clr>
        </p15:guide>
        <p15:guide id="23" pos="5581">
          <p15:clr>
            <a:srgbClr val="EA4335"/>
          </p15:clr>
        </p15:guide>
        <p15:guide id="24" orient="horz" pos="30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7"/>
          <p:cNvSpPr txBox="1"/>
          <p:nvPr>
            <p:ph type="title"/>
          </p:nvPr>
        </p:nvSpPr>
        <p:spPr>
          <a:xfrm>
            <a:off x="876900" y="874250"/>
            <a:ext cx="4387500" cy="37947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000"/>
              <a:buNone/>
            </a:pPr>
            <a:r>
              <a:rPr lang="en" sz="5000"/>
              <a:t>Mobile App For Real-Time Skin Cancer Detection</a:t>
            </a:r>
            <a:endParaRPr sz="5000"/>
          </a:p>
          <a:p>
            <a:pPr indent="0" lvl="0" marL="0" rtl="0" algn="l">
              <a:lnSpc>
                <a:spcPct val="80000"/>
              </a:lnSpc>
              <a:spcBef>
                <a:spcPts val="0"/>
              </a:spcBef>
              <a:spcAft>
                <a:spcPts val="0"/>
              </a:spcAft>
              <a:buSzPts val="3000"/>
              <a:buNone/>
            </a:pPr>
            <a:r>
              <a:rPr lang="en" sz="1300"/>
              <a:t>Group: </a:t>
            </a:r>
            <a:endParaRPr sz="1300"/>
          </a:p>
          <a:p>
            <a:pPr indent="0" lvl="0" marL="0" rtl="0" algn="l">
              <a:lnSpc>
                <a:spcPct val="80000"/>
              </a:lnSpc>
              <a:spcBef>
                <a:spcPts val="0"/>
              </a:spcBef>
              <a:spcAft>
                <a:spcPts val="0"/>
              </a:spcAft>
              <a:buSzPts val="3000"/>
              <a:buNone/>
            </a:pPr>
            <a:r>
              <a:rPr lang="en" sz="1300"/>
              <a:t>Nick Speranza</a:t>
            </a:r>
            <a:endParaRPr sz="1300"/>
          </a:p>
          <a:p>
            <a:pPr indent="0" lvl="0" marL="0" rtl="0" algn="l">
              <a:lnSpc>
                <a:spcPct val="80000"/>
              </a:lnSpc>
              <a:spcBef>
                <a:spcPts val="0"/>
              </a:spcBef>
              <a:spcAft>
                <a:spcPts val="0"/>
              </a:spcAft>
              <a:buSzPts val="3000"/>
              <a:buNone/>
            </a:pPr>
            <a:r>
              <a:rPr lang="en" sz="1300"/>
              <a:t>Lawson Darrow</a:t>
            </a:r>
            <a:endParaRPr sz="1300"/>
          </a:p>
          <a:p>
            <a:pPr indent="0" lvl="0" marL="0" rtl="0" algn="l">
              <a:lnSpc>
                <a:spcPct val="80000"/>
              </a:lnSpc>
              <a:spcBef>
                <a:spcPts val="0"/>
              </a:spcBef>
              <a:spcAft>
                <a:spcPts val="0"/>
              </a:spcAft>
              <a:buSzPts val="3000"/>
              <a:buNone/>
            </a:pPr>
            <a:r>
              <a:rPr lang="en" sz="1300"/>
              <a:t>Nikiraj Konwar</a:t>
            </a:r>
            <a:endParaRPr sz="1300"/>
          </a:p>
          <a:p>
            <a:pPr indent="0" lvl="0" marL="0" rtl="0" algn="l">
              <a:lnSpc>
                <a:spcPct val="80000"/>
              </a:lnSpc>
              <a:spcBef>
                <a:spcPts val="0"/>
              </a:spcBef>
              <a:spcAft>
                <a:spcPts val="0"/>
              </a:spcAft>
              <a:buSzPts val="3000"/>
              <a:buNone/>
            </a:pPr>
            <a:r>
              <a:rPr lang="en" sz="1300"/>
              <a:t>Christian</a:t>
            </a:r>
            <a:r>
              <a:rPr lang="en" sz="1300"/>
              <a:t> Stevens</a:t>
            </a:r>
            <a:endParaRPr sz="1300"/>
          </a:p>
          <a:p>
            <a:pPr indent="0" lvl="0" marL="0" rtl="0" algn="l">
              <a:lnSpc>
                <a:spcPct val="80000"/>
              </a:lnSpc>
              <a:spcBef>
                <a:spcPts val="0"/>
              </a:spcBef>
              <a:spcAft>
                <a:spcPts val="0"/>
              </a:spcAft>
              <a:buSzPts val="3000"/>
              <a:buNone/>
            </a:pPr>
            <a:r>
              <a:t/>
            </a:r>
            <a:endParaRPr sz="1300"/>
          </a:p>
          <a:p>
            <a:pPr indent="0" lvl="0" marL="0" rtl="0" algn="l">
              <a:lnSpc>
                <a:spcPct val="80000"/>
              </a:lnSpc>
              <a:spcBef>
                <a:spcPts val="0"/>
              </a:spcBef>
              <a:spcAft>
                <a:spcPts val="0"/>
              </a:spcAft>
              <a:buSzPts val="3000"/>
              <a:buNone/>
            </a:pPr>
            <a:r>
              <a:rPr lang="en" sz="1300"/>
              <a:t>Advisor:</a:t>
            </a:r>
            <a:endParaRPr sz="1300"/>
          </a:p>
          <a:p>
            <a:pPr indent="0" lvl="0" marL="0" rtl="0" algn="l">
              <a:lnSpc>
                <a:spcPct val="80000"/>
              </a:lnSpc>
              <a:spcBef>
                <a:spcPts val="0"/>
              </a:spcBef>
              <a:spcAft>
                <a:spcPts val="0"/>
              </a:spcAft>
              <a:buSzPts val="3000"/>
              <a:buNone/>
            </a:pPr>
            <a:r>
              <a:rPr lang="en" sz="1300"/>
              <a:t>Professor Nematzadeh</a:t>
            </a:r>
            <a:endParaRPr sz="1300"/>
          </a:p>
          <a:p>
            <a:pPr indent="0" lvl="0" marL="0" rtl="0" algn="l">
              <a:lnSpc>
                <a:spcPct val="80000"/>
              </a:lnSpc>
              <a:spcBef>
                <a:spcPts val="0"/>
              </a:spcBef>
              <a:spcAft>
                <a:spcPts val="0"/>
              </a:spcAft>
              <a:buSzPts val="3000"/>
              <a:buNone/>
            </a:pPr>
            <a:r>
              <a:t/>
            </a:r>
            <a:endParaRPr sz="1300"/>
          </a:p>
          <a:p>
            <a:pPr indent="0" lvl="0" marL="0" rtl="0" algn="l">
              <a:lnSpc>
                <a:spcPct val="80000"/>
              </a:lnSpc>
              <a:spcBef>
                <a:spcPts val="0"/>
              </a:spcBef>
              <a:spcAft>
                <a:spcPts val="0"/>
              </a:spcAft>
              <a:buSzPts val="3000"/>
              <a:buNone/>
            </a:pPr>
            <a:r>
              <a:t/>
            </a:r>
            <a:endParaRPr sz="1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8"/>
          <p:cNvSpPr txBox="1"/>
          <p:nvPr>
            <p:ph type="title"/>
          </p:nvPr>
        </p:nvSpPr>
        <p:spPr>
          <a:xfrm>
            <a:off x="920550" y="746375"/>
            <a:ext cx="7226700" cy="9087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Clr>
                <a:schemeClr val="dk1"/>
              </a:buClr>
              <a:buSzPts val="1100"/>
              <a:buFont typeface="Arial"/>
              <a:buNone/>
            </a:pPr>
            <a:r>
              <a:rPr lang="en"/>
              <a:t>Goal and Motivation</a:t>
            </a:r>
            <a:endParaRPr/>
          </a:p>
          <a:p>
            <a:pPr indent="0" lvl="0" marL="0" rtl="0" algn="l">
              <a:spcBef>
                <a:spcPts val="0"/>
              </a:spcBef>
              <a:spcAft>
                <a:spcPts val="0"/>
              </a:spcAft>
              <a:buSzPts val="3000"/>
              <a:buNone/>
            </a:pPr>
            <a:r>
              <a:t/>
            </a:r>
            <a:endParaRPr/>
          </a:p>
        </p:txBody>
      </p:sp>
      <p:sp>
        <p:nvSpPr>
          <p:cNvPr id="437" name="Google Shape;437;p48"/>
          <p:cNvSpPr txBox="1"/>
          <p:nvPr>
            <p:ph idx="2" type="title"/>
          </p:nvPr>
        </p:nvSpPr>
        <p:spPr>
          <a:xfrm>
            <a:off x="920550" y="1193400"/>
            <a:ext cx="7939200" cy="4014900"/>
          </a:xfrm>
          <a:prstGeom prst="rect">
            <a:avLst/>
          </a:prstGeom>
        </p:spPr>
        <p:txBody>
          <a:bodyPr anchorCtr="0" anchor="t" bIns="0" lIns="0" spcFirstLastPara="1" rIns="91425" wrap="square" tIns="0">
            <a:noAutofit/>
          </a:bodyPr>
          <a:lstStyle/>
          <a:p>
            <a:pPr indent="0" lvl="0" marL="0" rtl="0" algn="l">
              <a:lnSpc>
                <a:spcPct val="100000"/>
              </a:lnSpc>
              <a:spcBef>
                <a:spcPts val="1000"/>
              </a:spcBef>
              <a:spcAft>
                <a:spcPts val="0"/>
              </a:spcAft>
              <a:buClr>
                <a:schemeClr val="dk1"/>
              </a:buClr>
              <a:buSzPts val="1100"/>
              <a:buFont typeface="Arial"/>
              <a:buNone/>
            </a:pPr>
            <a:r>
              <a:t/>
            </a:r>
            <a:endParaRPr/>
          </a:p>
          <a:p>
            <a:pPr indent="-330200" lvl="0" marL="457200" rtl="0" algn="l">
              <a:lnSpc>
                <a:spcPct val="100000"/>
              </a:lnSpc>
              <a:spcBef>
                <a:spcPts val="1000"/>
              </a:spcBef>
              <a:spcAft>
                <a:spcPts val="0"/>
              </a:spcAft>
              <a:buSzPts val="1600"/>
              <a:buChar char="●"/>
            </a:pPr>
            <a:r>
              <a:rPr lang="en"/>
              <a:t>Skin cancer is one of the most common cancers worldwide.</a:t>
            </a:r>
            <a:endParaRPr/>
          </a:p>
          <a:p>
            <a:pPr indent="0" lvl="0" marL="457200" rtl="0" algn="l">
              <a:lnSpc>
                <a:spcPct val="100000"/>
              </a:lnSpc>
              <a:spcBef>
                <a:spcPts val="1000"/>
              </a:spcBef>
              <a:spcAft>
                <a:spcPts val="0"/>
              </a:spcAft>
              <a:buNone/>
            </a:pPr>
            <a:r>
              <a:t/>
            </a:r>
            <a:endParaRPr/>
          </a:p>
          <a:p>
            <a:pPr indent="-330200" lvl="0" marL="457200" rtl="0" algn="l">
              <a:lnSpc>
                <a:spcPct val="100000"/>
              </a:lnSpc>
              <a:spcBef>
                <a:spcPts val="1000"/>
              </a:spcBef>
              <a:spcAft>
                <a:spcPts val="0"/>
              </a:spcAft>
              <a:buSzPts val="1600"/>
              <a:buChar char="●"/>
            </a:pPr>
            <a:r>
              <a:rPr lang="en"/>
              <a:t>Early detection is strongly linked to better survival rates.</a:t>
            </a:r>
            <a:endParaRPr/>
          </a:p>
          <a:p>
            <a:pPr indent="0" lvl="0" marL="457200" rtl="0" algn="l">
              <a:lnSpc>
                <a:spcPct val="100000"/>
              </a:lnSpc>
              <a:spcBef>
                <a:spcPts val="1000"/>
              </a:spcBef>
              <a:spcAft>
                <a:spcPts val="0"/>
              </a:spcAft>
              <a:buNone/>
            </a:pPr>
            <a:r>
              <a:t/>
            </a:r>
            <a:endParaRPr/>
          </a:p>
          <a:p>
            <a:pPr indent="-330200" lvl="0" marL="457200" rtl="0" algn="l">
              <a:lnSpc>
                <a:spcPct val="100000"/>
              </a:lnSpc>
              <a:spcBef>
                <a:spcPts val="1000"/>
              </a:spcBef>
              <a:spcAft>
                <a:spcPts val="0"/>
              </a:spcAft>
              <a:buSzPts val="1600"/>
              <a:buChar char="●"/>
            </a:pPr>
            <a:r>
              <a:rPr lang="en"/>
              <a:t>Many people lack access to dermatologists or routine skin checks.</a:t>
            </a:r>
            <a:endParaRPr/>
          </a:p>
          <a:p>
            <a:pPr indent="0" lvl="0" marL="457200" rtl="0" algn="l">
              <a:lnSpc>
                <a:spcPct val="100000"/>
              </a:lnSpc>
              <a:spcBef>
                <a:spcPts val="1000"/>
              </a:spcBef>
              <a:spcAft>
                <a:spcPts val="0"/>
              </a:spcAft>
              <a:buNone/>
            </a:pPr>
            <a:r>
              <a:t/>
            </a:r>
            <a:endParaRPr/>
          </a:p>
          <a:p>
            <a:pPr indent="-330200" lvl="0" marL="457200" rtl="0" algn="l">
              <a:lnSpc>
                <a:spcPct val="100000"/>
              </a:lnSpc>
              <a:spcBef>
                <a:spcPts val="1000"/>
              </a:spcBef>
              <a:spcAft>
                <a:spcPts val="0"/>
              </a:spcAft>
              <a:buSzPts val="1600"/>
              <a:buChar char="●"/>
            </a:pPr>
            <a:r>
              <a:rPr lang="en"/>
              <a:t>Current systems are costly, slow, and often inaccessible.</a:t>
            </a:r>
            <a:endParaRPr/>
          </a:p>
          <a:p>
            <a:pPr indent="0" lvl="0" marL="457200" rtl="0" algn="l">
              <a:lnSpc>
                <a:spcPct val="100000"/>
              </a:lnSpc>
              <a:spcBef>
                <a:spcPts val="1000"/>
              </a:spcBef>
              <a:spcAft>
                <a:spcPts val="0"/>
              </a:spcAft>
              <a:buNone/>
            </a:pPr>
            <a:r>
              <a:t/>
            </a:r>
            <a:endParaRPr/>
          </a:p>
          <a:p>
            <a:pPr indent="-330200" lvl="0" marL="457200" rtl="0" algn="l">
              <a:lnSpc>
                <a:spcPct val="100000"/>
              </a:lnSpc>
              <a:spcBef>
                <a:spcPts val="1000"/>
              </a:spcBef>
              <a:spcAft>
                <a:spcPts val="0"/>
              </a:spcAft>
              <a:buSzPts val="1600"/>
              <a:buChar char="●"/>
            </a:pPr>
            <a:r>
              <a:rPr lang="en"/>
              <a:t>Our solution aims to make prevention and monitoring more accessible.</a:t>
            </a:r>
            <a:endParaRPr/>
          </a:p>
          <a:p>
            <a:pPr indent="0" lvl="0" marL="0" rtl="0" algn="l">
              <a:lnSpc>
                <a:spcPct val="90000"/>
              </a:lnSpc>
              <a:spcBef>
                <a:spcPts val="1000"/>
              </a:spcBef>
              <a:spcAft>
                <a:spcPts val="0"/>
              </a:spcAft>
              <a:buClr>
                <a:schemeClr val="dk1"/>
              </a:buClr>
              <a:buSzPts val="1100"/>
              <a:buNone/>
            </a:pPr>
            <a:r>
              <a:t/>
            </a:r>
            <a:endParaRPr/>
          </a:p>
          <a:p>
            <a:pPr indent="0" lvl="0" marL="0" rtl="0" algn="l">
              <a:spcBef>
                <a:spcPts val="1000"/>
              </a:spcBef>
              <a:spcAft>
                <a:spcPts val="0"/>
              </a:spcAft>
              <a:buClr>
                <a:schemeClr val="dk1"/>
              </a:buClr>
              <a:buSzPts val="1100"/>
              <a:buNone/>
            </a:pPr>
            <a:r>
              <a:t/>
            </a:r>
            <a:endParaRPr/>
          </a:p>
          <a:p>
            <a:pPr indent="0" lvl="0" marL="0" rtl="0" algn="l">
              <a:spcBef>
                <a:spcPts val="1000"/>
              </a:spcBef>
              <a:spcAft>
                <a:spcPts val="0"/>
              </a:spcAft>
              <a:buSzPts val="1600"/>
              <a:buNone/>
            </a:pPr>
            <a:r>
              <a:t/>
            </a:r>
            <a:endParaRPr/>
          </a:p>
        </p:txBody>
      </p:sp>
      <p:pic>
        <p:nvPicPr>
          <p:cNvPr id="438" name="Google Shape;438;p48"/>
          <p:cNvPicPr preferRelativeResize="0"/>
          <p:nvPr/>
        </p:nvPicPr>
        <p:blipFill>
          <a:blip r:embed="rId3">
            <a:alphaModFix/>
          </a:blip>
          <a:stretch>
            <a:fillRect/>
          </a:stretch>
        </p:blipFill>
        <p:spPr>
          <a:xfrm>
            <a:off x="7024975" y="886300"/>
            <a:ext cx="1740899" cy="17408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9"/>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Key Features</a:t>
            </a:r>
            <a:endParaRPr/>
          </a:p>
        </p:txBody>
      </p:sp>
      <p:sp>
        <p:nvSpPr>
          <p:cNvPr id="444" name="Google Shape;444;p49"/>
          <p:cNvSpPr txBox="1"/>
          <p:nvPr>
            <p:ph idx="2" type="title"/>
          </p:nvPr>
        </p:nvSpPr>
        <p:spPr>
          <a:xfrm>
            <a:off x="920550" y="1709800"/>
            <a:ext cx="3892200" cy="32616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Font typeface="Arial"/>
              <a:buNone/>
            </a:pPr>
            <a:r>
              <a:rPr b="1" lang="en" sz="1200">
                <a:latin typeface="Arial"/>
                <a:ea typeface="Arial"/>
                <a:cs typeface="Arial"/>
                <a:sym typeface="Arial"/>
              </a:rPr>
              <a:t>Check a skin spot instantly, anytime</a:t>
            </a:r>
            <a:endParaRPr b="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 sz="1200">
                <a:latin typeface="Arial"/>
                <a:ea typeface="Arial"/>
                <a:cs typeface="Arial"/>
                <a:sym typeface="Arial"/>
              </a:rPr>
              <a:t>Take a photo or upload an image and get immediate feedback about potential risk. Results appear in seconds, making it easy to check a spot without appointments, waiting rooms, or unnecessary stress.</a:t>
            </a:r>
            <a:endParaRPr sz="1200">
              <a:latin typeface="Arial"/>
              <a:ea typeface="Arial"/>
              <a:cs typeface="Arial"/>
              <a:sym typeface="Arial"/>
            </a:endParaRPr>
          </a:p>
          <a:p>
            <a:pPr indent="457200" lvl="0" marL="0" rtl="0" algn="l">
              <a:spcBef>
                <a:spcPts val="0"/>
              </a:spcBef>
              <a:spcAft>
                <a:spcPts val="0"/>
              </a:spcAft>
              <a:buClr>
                <a:schemeClr val="dk1"/>
              </a:buClr>
              <a:buSzPts val="1100"/>
              <a:buFont typeface="Arial"/>
              <a:buNone/>
            </a:pPr>
            <a:r>
              <a:t/>
            </a:r>
            <a:endParaRPr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200">
                <a:latin typeface="Arial"/>
                <a:ea typeface="Arial"/>
                <a:cs typeface="Arial"/>
                <a:sym typeface="Arial"/>
              </a:rPr>
              <a:t>Get help taking a clear, usable photo</a:t>
            </a:r>
            <a:endParaRPr b="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 sz="1200">
                <a:latin typeface="Arial"/>
                <a:ea typeface="Arial"/>
                <a:cs typeface="Arial"/>
                <a:sym typeface="Arial"/>
              </a:rPr>
              <a:t>On-screen guidance helps position the camera, improve lighting, and reduce blur before the photo is analyzed. This makes every scan feel intentional and reliable, even without medical or technical experience.</a:t>
            </a:r>
            <a:endParaRPr sz="1200">
              <a:latin typeface="Arial"/>
              <a:ea typeface="Arial"/>
              <a:cs typeface="Arial"/>
              <a:sym typeface="Arial"/>
            </a:endParaRPr>
          </a:p>
          <a:p>
            <a:pPr indent="457200" lvl="0" marL="0" rtl="0" algn="l">
              <a:spcBef>
                <a:spcPts val="0"/>
              </a:spcBef>
              <a:spcAft>
                <a:spcPts val="0"/>
              </a:spcAft>
              <a:buClr>
                <a:schemeClr val="dk1"/>
              </a:buClr>
              <a:buSzPts val="1100"/>
              <a:buFont typeface="Arial"/>
              <a:buNone/>
            </a:pPr>
            <a:r>
              <a:t/>
            </a:r>
            <a:endParaRPr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200">
                <a:latin typeface="Arial"/>
                <a:ea typeface="Arial"/>
                <a:cs typeface="Arial"/>
                <a:sym typeface="Arial"/>
              </a:rPr>
              <a:t>See past scans and track changes over time</a:t>
            </a:r>
            <a:endParaRPr b="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 sz="1200">
                <a:latin typeface="Arial"/>
                <a:ea typeface="Arial"/>
                <a:cs typeface="Arial"/>
                <a:sym typeface="Arial"/>
              </a:rPr>
              <a:t>Review previous scans in one place and monitor how a spot changes over time. This makes it easier to notice patterns, stay organized, and share information when professional care is needed.</a:t>
            </a:r>
            <a:endParaRPr sz="1200">
              <a:latin typeface="Arial"/>
              <a:ea typeface="Arial"/>
              <a:cs typeface="Arial"/>
              <a:sym typeface="Arial"/>
            </a:endParaRPr>
          </a:p>
          <a:p>
            <a:pPr indent="457200" lvl="0" marL="0" rtl="0" algn="l">
              <a:spcBef>
                <a:spcPts val="0"/>
              </a:spcBef>
              <a:spcAft>
                <a:spcPts val="0"/>
              </a:spcAft>
              <a:buClr>
                <a:schemeClr val="dk1"/>
              </a:buClr>
              <a:buSzPts val="1100"/>
              <a:buFont typeface="Arial"/>
              <a:buNone/>
            </a:pPr>
            <a:r>
              <a:t/>
            </a:r>
            <a:endParaRPr sz="1200">
              <a:latin typeface="Arial"/>
              <a:ea typeface="Arial"/>
              <a:cs typeface="Arial"/>
              <a:sym typeface="Arial"/>
            </a:endParaRPr>
          </a:p>
          <a:p>
            <a:pPr indent="0" lvl="0" marL="0" rtl="0" algn="l">
              <a:spcBef>
                <a:spcPts val="0"/>
              </a:spcBef>
              <a:spcAft>
                <a:spcPts val="0"/>
              </a:spcAft>
              <a:buNone/>
            </a:pPr>
            <a:r>
              <a:t/>
            </a:r>
            <a:endParaRPr/>
          </a:p>
        </p:txBody>
      </p:sp>
      <p:sp>
        <p:nvSpPr>
          <p:cNvPr id="445" name="Google Shape;445;p49"/>
          <p:cNvSpPr txBox="1"/>
          <p:nvPr>
            <p:ph idx="2" type="title"/>
          </p:nvPr>
        </p:nvSpPr>
        <p:spPr>
          <a:xfrm>
            <a:off x="4993050" y="1709800"/>
            <a:ext cx="4072500" cy="32616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b="1" lang="en" sz="1200">
                <a:latin typeface="Arial"/>
                <a:ea typeface="Arial"/>
                <a:cs typeface="Arial"/>
                <a:sym typeface="Arial"/>
              </a:rPr>
              <a:t>Understand what the results mean</a:t>
            </a:r>
            <a:endParaRPr b="1" sz="1200">
              <a:latin typeface="Arial"/>
              <a:ea typeface="Arial"/>
              <a:cs typeface="Arial"/>
              <a:sym typeface="Arial"/>
            </a:endParaRPr>
          </a:p>
          <a:p>
            <a:pPr indent="0" lvl="0" marL="0" rtl="0" algn="l">
              <a:spcBef>
                <a:spcPts val="0"/>
              </a:spcBef>
              <a:spcAft>
                <a:spcPts val="0"/>
              </a:spcAft>
              <a:buNone/>
            </a:pPr>
            <a:r>
              <a:rPr lang="en" sz="1200">
                <a:latin typeface="Arial"/>
                <a:ea typeface="Arial"/>
                <a:cs typeface="Arial"/>
                <a:sym typeface="Arial"/>
              </a:rPr>
              <a:t>Each scan comes with clear explanations, warning signs to look out for, and guidance on when to seek medical advice. Information is presented in a calm, approachable way to reduce anxiety and confusion.</a:t>
            </a:r>
            <a:endParaRPr sz="1200">
              <a:latin typeface="Arial"/>
              <a:ea typeface="Arial"/>
              <a:cs typeface="Arial"/>
              <a:sym typeface="Arial"/>
            </a:endParaRPr>
          </a:p>
          <a:p>
            <a:pPr indent="45720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b="1" lang="en" sz="1200">
                <a:latin typeface="Arial"/>
                <a:ea typeface="Arial"/>
                <a:cs typeface="Arial"/>
                <a:sym typeface="Arial"/>
              </a:rPr>
              <a:t>Keep everything private and on the device</a:t>
            </a:r>
            <a:endParaRPr b="1" sz="1200">
              <a:latin typeface="Arial"/>
              <a:ea typeface="Arial"/>
              <a:cs typeface="Arial"/>
              <a:sym typeface="Arial"/>
            </a:endParaRPr>
          </a:p>
          <a:p>
            <a:pPr indent="0" lvl="0" marL="0" rtl="0" algn="l">
              <a:spcBef>
                <a:spcPts val="0"/>
              </a:spcBef>
              <a:spcAft>
                <a:spcPts val="0"/>
              </a:spcAft>
              <a:buNone/>
            </a:pPr>
            <a:r>
              <a:rPr lang="en" sz="1200">
                <a:latin typeface="Arial"/>
                <a:ea typeface="Arial"/>
                <a:cs typeface="Arial"/>
                <a:sym typeface="Arial"/>
              </a:rPr>
              <a:t>All analysis runs directly on the phone, with no cloud uploads required. Images stay personal, making it easy to explore skin health with confidence and peace of mind.</a:t>
            </a:r>
            <a:endParaRPr sz="1200">
              <a:latin typeface="Arial"/>
              <a:ea typeface="Arial"/>
              <a:cs typeface="Arial"/>
              <a:sym typeface="Arial"/>
            </a:endParaRPr>
          </a:p>
          <a:p>
            <a:pPr indent="457200" lvl="0" marL="0" rtl="0" algn="l">
              <a:spcBef>
                <a:spcPts val="0"/>
              </a:spcBef>
              <a:spcAft>
                <a:spcPts val="0"/>
              </a:spcAft>
              <a:buNone/>
            </a:pPr>
            <a:r>
              <a:t/>
            </a:r>
            <a:endParaRPr sz="1200">
              <a:latin typeface="Arial"/>
              <a:ea typeface="Arial"/>
              <a:cs typeface="Arial"/>
              <a:sym typeface="Arial"/>
            </a:endParaRPr>
          </a:p>
          <a:p>
            <a:pPr indent="45720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b="1" lang="en" sz="1200">
                <a:latin typeface="Arial"/>
                <a:ea typeface="Arial"/>
                <a:cs typeface="Arial"/>
                <a:sym typeface="Arial"/>
              </a:rPr>
              <a:t>Stay proactive with smart follow-ups</a:t>
            </a:r>
            <a:endParaRPr b="1" sz="1200">
              <a:latin typeface="Arial"/>
              <a:ea typeface="Arial"/>
              <a:cs typeface="Arial"/>
              <a:sym typeface="Arial"/>
            </a:endParaRPr>
          </a:p>
          <a:p>
            <a:pPr indent="0" lvl="0" marL="0" rtl="0" algn="l">
              <a:spcBef>
                <a:spcPts val="0"/>
              </a:spcBef>
              <a:spcAft>
                <a:spcPts val="0"/>
              </a:spcAft>
              <a:buNone/>
            </a:pPr>
            <a:r>
              <a:rPr lang="en" sz="1200">
                <a:latin typeface="Arial"/>
                <a:ea typeface="Arial"/>
                <a:cs typeface="Arial"/>
                <a:sym typeface="Arial"/>
              </a:rPr>
              <a:t>Helpful reminders encourage follow-up scans when appropriate, without creating pressure or alarm. This supports consistent monitoring while reinforcing that the app is a screening tool, not a diagnosis.</a:t>
            </a:r>
            <a:endParaRPr sz="1200">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50"/>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Algorithms and Tools</a:t>
            </a:r>
            <a:endParaRPr/>
          </a:p>
        </p:txBody>
      </p:sp>
      <p:sp>
        <p:nvSpPr>
          <p:cNvPr id="451" name="Google Shape;451;p50"/>
          <p:cNvSpPr txBox="1"/>
          <p:nvPr>
            <p:ph idx="2" type="title"/>
          </p:nvPr>
        </p:nvSpPr>
        <p:spPr>
          <a:xfrm>
            <a:off x="920550" y="1576000"/>
            <a:ext cx="5228400" cy="2787000"/>
          </a:xfrm>
          <a:prstGeom prst="rect">
            <a:avLst/>
          </a:prstGeom>
        </p:spPr>
        <p:txBody>
          <a:bodyPr anchorCtr="0" anchor="t" bIns="0" lIns="0" spcFirstLastPara="1" rIns="91425" wrap="square" tIns="0">
            <a:noAutofit/>
          </a:bodyPr>
          <a:lstStyle/>
          <a:p>
            <a:pPr indent="457200" lvl="0" marL="0" rtl="0" algn="l">
              <a:spcBef>
                <a:spcPts val="0"/>
              </a:spcBef>
              <a:spcAft>
                <a:spcPts val="0"/>
              </a:spcAft>
              <a:buClr>
                <a:schemeClr val="dk1"/>
              </a:buClr>
              <a:buSzPts val="1100"/>
              <a:buFont typeface="Arial"/>
              <a:buNone/>
            </a:pPr>
            <a:r>
              <a:rPr lang="en" sz="1400">
                <a:latin typeface="Arial"/>
                <a:ea typeface="Arial"/>
                <a:cs typeface="Arial"/>
                <a:sym typeface="Arial"/>
              </a:rPr>
              <a:t>The machine learning models are implemented using Python with TensorFlow and Keras, leveraging transfer learning from architectures such as EfficientNet and MobileNetV2. Model optimization techniques include data augmentation, MixUp, class weighting, threshold tuning, and cross-validation. TensorFlow Lite is used to convert trained models for efficient mobile deployment.</a:t>
            </a:r>
            <a:endParaRPr sz="14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400">
              <a:latin typeface="Arial"/>
              <a:ea typeface="Arial"/>
              <a:cs typeface="Arial"/>
              <a:sym typeface="Arial"/>
            </a:endParaRPr>
          </a:p>
          <a:p>
            <a:pPr indent="457200" lvl="0" marL="0" rtl="0" algn="l">
              <a:spcBef>
                <a:spcPts val="0"/>
              </a:spcBef>
              <a:spcAft>
                <a:spcPts val="0"/>
              </a:spcAft>
              <a:buClr>
                <a:schemeClr val="dk1"/>
              </a:buClr>
              <a:buSzPts val="1100"/>
              <a:buFont typeface="Arial"/>
              <a:buNone/>
            </a:pPr>
            <a:r>
              <a:rPr lang="en" sz="1400">
                <a:latin typeface="Arial"/>
                <a:ea typeface="Arial"/>
                <a:cs typeface="Arial"/>
                <a:sym typeface="Arial"/>
              </a:rPr>
              <a:t>The mobile application is developed using React, enabling cross-platform deployment on both Android and iOS. Image preprocessing utilizes standard resizing and normalization pipelines consistent with training procedures. Supporting tools include GitHub for version control and standard evaluation libraries for performance analysis.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1"/>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Novel Features</a:t>
            </a:r>
            <a:endParaRPr/>
          </a:p>
        </p:txBody>
      </p:sp>
      <p:sp>
        <p:nvSpPr>
          <p:cNvPr id="457" name="Google Shape;457;p51"/>
          <p:cNvSpPr txBox="1"/>
          <p:nvPr>
            <p:ph idx="2" type="title"/>
          </p:nvPr>
        </p:nvSpPr>
        <p:spPr>
          <a:xfrm>
            <a:off x="920550" y="1599750"/>
            <a:ext cx="5228400" cy="19440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Font typeface="Arial"/>
              <a:buNone/>
            </a:pPr>
            <a:r>
              <a:rPr lang="en">
                <a:latin typeface="Arial"/>
                <a:ea typeface="Arial"/>
                <a:cs typeface="Arial"/>
                <a:sym typeface="Arial"/>
              </a:rPr>
              <a:t>A key novel aspect of this project is its privacy-first, on-device inference pipeline, which avoids uploading sensitive medical images to external servers. </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
                <a:latin typeface="Arial"/>
                <a:ea typeface="Arial"/>
                <a:cs typeface="Arial"/>
                <a:sym typeface="Arial"/>
              </a:rPr>
              <a:t>Additionally, the project emphasizes real-time performance combined with interpretability and usability, integrating machine learning outputs into a guided, user-friendly mobile experience. </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
                <a:latin typeface="Arial"/>
                <a:ea typeface="Arial"/>
                <a:cs typeface="Arial"/>
                <a:sym typeface="Arial"/>
              </a:rPr>
              <a:t>The combination of high-performance models, mobile optimization, and thoughtful UI design distinguishes this system from many existing consumer health applications.</a:t>
            </a:r>
            <a:endParaRPr>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2"/>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Technical Challenges</a:t>
            </a:r>
            <a:endParaRPr/>
          </a:p>
        </p:txBody>
      </p:sp>
      <p:sp>
        <p:nvSpPr>
          <p:cNvPr id="463" name="Google Shape;463;p52"/>
          <p:cNvSpPr txBox="1"/>
          <p:nvPr>
            <p:ph idx="2" type="title"/>
          </p:nvPr>
        </p:nvSpPr>
        <p:spPr>
          <a:xfrm>
            <a:off x="920550" y="1881950"/>
            <a:ext cx="7606800" cy="19440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One major challenge is balancing model accuracy with mobile performance constraints. High-capacity models must be optimized through conversion and tuning to maintain acceptable inference speed on mobile hardware.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second challenge involves ensuring model generalization given dataset imbalance and variability in real-world image quality. Addressing overfitting and maintaining high recall for malignant cases remains a central technical concern.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third challenge lies in ensuring responsible user interpretation. Designing interfaces and messaging that communicate uncertainty, limitations, and appropriate next steps requires careful UI and UX decisions.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3"/>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Design and System Architecture</a:t>
            </a:r>
            <a:endParaRPr/>
          </a:p>
        </p:txBody>
      </p:sp>
      <p:sp>
        <p:nvSpPr>
          <p:cNvPr id="469" name="Google Shape;469;p53"/>
          <p:cNvSpPr txBox="1"/>
          <p:nvPr>
            <p:ph idx="2" type="title"/>
          </p:nvPr>
        </p:nvSpPr>
        <p:spPr>
          <a:xfrm>
            <a:off x="920550" y="1599750"/>
            <a:ext cx="6473400" cy="19440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Font typeface="Arial"/>
              <a:buNone/>
            </a:pPr>
            <a:r>
              <a:rPr lang="en" sz="1200">
                <a:latin typeface="Arial"/>
                <a:ea typeface="Arial"/>
                <a:cs typeface="Arial"/>
                <a:sym typeface="Arial"/>
              </a:rPr>
              <a:t>The system consists of four primary modules:</a:t>
            </a:r>
            <a:endParaRPr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Mobile UI and Camera Interface</a:t>
            </a:r>
            <a:endParaRPr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Image Preprocessing Pipeline</a:t>
            </a:r>
            <a:endParaRPr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On-Device ML Inference Engine</a:t>
            </a:r>
            <a:endParaRPr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Local Storage and Results Management</a:t>
            </a:r>
            <a:endParaRPr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 sz="1200">
                <a:latin typeface="Arial"/>
                <a:ea typeface="Arial"/>
                <a:cs typeface="Arial"/>
                <a:sym typeface="Arial"/>
              </a:rPr>
              <a:t>These modules interact in a linear but modular pipeline, allowing independent testing and refinement.</a:t>
            </a:r>
            <a:endParaRPr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200">
                <a:latin typeface="Arial"/>
                <a:ea typeface="Arial"/>
                <a:cs typeface="Arial"/>
                <a:sym typeface="Arial"/>
              </a:rPr>
              <a:t>User and Hardware Interfaces:</a:t>
            </a:r>
            <a:endParaRPr b="1"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 sz="1200">
                <a:latin typeface="Arial"/>
                <a:ea typeface="Arial"/>
                <a:cs typeface="Arial"/>
                <a:sym typeface="Arial"/>
              </a:rPr>
              <a:t>The system interfaces directly with smartphone cameras and storage. No external hardware is required.</a:t>
            </a:r>
            <a:endParaRPr sz="1200">
              <a:latin typeface="Arial"/>
              <a:ea typeface="Arial"/>
              <a:cs typeface="Arial"/>
              <a:sym typeface="Arial"/>
            </a:endParaRPr>
          </a:p>
          <a:p>
            <a:pPr indent="0" lvl="0" marL="0" rtl="0" algn="l">
              <a:spcBef>
                <a:spcPts val="0"/>
              </a:spcBef>
              <a:spcAft>
                <a:spcPts val="0"/>
              </a:spcAft>
              <a:buNone/>
            </a:pPr>
            <a:r>
              <a:t/>
            </a:r>
            <a:endParaRPr/>
          </a:p>
        </p:txBody>
      </p:sp>
      <p:pic>
        <p:nvPicPr>
          <p:cNvPr id="470" name="Google Shape;470;p53"/>
          <p:cNvPicPr preferRelativeResize="0"/>
          <p:nvPr/>
        </p:nvPicPr>
        <p:blipFill>
          <a:blip r:embed="rId3">
            <a:alphaModFix/>
          </a:blip>
          <a:stretch>
            <a:fillRect/>
          </a:stretch>
        </p:blipFill>
        <p:spPr>
          <a:xfrm>
            <a:off x="7393950" y="1524000"/>
            <a:ext cx="1532774" cy="289704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54"/>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Evaluation</a:t>
            </a:r>
            <a:endParaRPr/>
          </a:p>
        </p:txBody>
      </p:sp>
      <p:sp>
        <p:nvSpPr>
          <p:cNvPr id="476" name="Google Shape;476;p54"/>
          <p:cNvSpPr txBox="1"/>
          <p:nvPr>
            <p:ph idx="2" type="title"/>
          </p:nvPr>
        </p:nvSpPr>
        <p:spPr>
          <a:xfrm>
            <a:off x="920550" y="1881950"/>
            <a:ext cx="5228400" cy="19440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Font typeface="Arial"/>
              <a:buNone/>
            </a:pPr>
            <a:r>
              <a:rPr lang="en">
                <a:latin typeface="Arial"/>
                <a:ea typeface="Arial"/>
                <a:cs typeface="Arial"/>
                <a:sym typeface="Arial"/>
              </a:rPr>
              <a:t>System success will be evaluated using multiple metrics. Accuracy, recall, precision, and AUC will measure classification performance. Inference speed will assess responsiveness. Reliability will be evaluated by repeated testing across varied image conditions. User satisfaction will be measured through qualitative feedback and surveys rating usability, clarity, and trustworthiness.</a:t>
            </a:r>
            <a:endParaRPr>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200">
              <a:latin typeface="Arial"/>
              <a:ea typeface="Arial"/>
              <a:cs typeface="Arial"/>
              <a:sym typeface="Arial"/>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5"/>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Progress Summary</a:t>
            </a:r>
            <a:endParaRPr/>
          </a:p>
        </p:txBody>
      </p:sp>
      <p:pic>
        <p:nvPicPr>
          <p:cNvPr id="482" name="Google Shape;482;p55"/>
          <p:cNvPicPr preferRelativeResize="0"/>
          <p:nvPr/>
        </p:nvPicPr>
        <p:blipFill>
          <a:blip r:embed="rId3">
            <a:alphaModFix/>
          </a:blip>
          <a:stretch>
            <a:fillRect/>
          </a:stretch>
        </p:blipFill>
        <p:spPr>
          <a:xfrm>
            <a:off x="1552575" y="1882950"/>
            <a:ext cx="6038850" cy="2400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56"/>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Milestone Plans</a:t>
            </a:r>
            <a:endParaRPr/>
          </a:p>
        </p:txBody>
      </p:sp>
      <p:sp>
        <p:nvSpPr>
          <p:cNvPr id="488" name="Google Shape;488;p56"/>
          <p:cNvSpPr txBox="1"/>
          <p:nvPr>
            <p:ph idx="2" type="title"/>
          </p:nvPr>
        </p:nvSpPr>
        <p:spPr>
          <a:xfrm>
            <a:off x="2242500" y="1617950"/>
            <a:ext cx="4659000" cy="3375000"/>
          </a:xfrm>
          <a:prstGeom prst="rect">
            <a:avLst/>
          </a:prstGeom>
        </p:spPr>
        <p:txBody>
          <a:bodyPr anchorCtr="0" anchor="t" bIns="0" lIns="0" spcFirstLastPara="1" rIns="91425" wrap="square" tIns="0">
            <a:noAutofit/>
          </a:bodyPr>
          <a:lstStyle/>
          <a:p>
            <a:pPr indent="0" lvl="0" marL="0" rtl="0" algn="l">
              <a:spcBef>
                <a:spcPts val="0"/>
              </a:spcBef>
              <a:spcAft>
                <a:spcPts val="0"/>
              </a:spcAft>
              <a:buClr>
                <a:schemeClr val="dk1"/>
              </a:buClr>
              <a:buSzPts val="1100"/>
              <a:buFont typeface="Arial"/>
              <a:buNone/>
            </a:pPr>
            <a:r>
              <a:rPr b="1" lang="en" sz="1200">
                <a:latin typeface="Arial"/>
                <a:ea typeface="Arial"/>
                <a:cs typeface="Arial"/>
                <a:sym typeface="Arial"/>
              </a:rPr>
              <a:t>Milestone 4 (February 23): Planned Tasks</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Finalize and export production-ready ML model</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Integrate model into mobile app</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Validate preprocessing consistency</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Conduct initial integrated testing</a:t>
            </a:r>
            <a:endParaRPr sz="1200">
              <a:latin typeface="Arial"/>
              <a:ea typeface="Arial"/>
              <a:cs typeface="Arial"/>
              <a:sym typeface="Arial"/>
            </a:endParaRPr>
          </a:p>
          <a:p>
            <a:pPr indent="0" lvl="0" marL="45720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b="1" lang="en" sz="1200">
                <a:latin typeface="Arial"/>
                <a:ea typeface="Arial"/>
                <a:cs typeface="Arial"/>
                <a:sym typeface="Arial"/>
              </a:rPr>
              <a:t>Milestone 5 (March 30): Planned Tasks:</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Optimize inference speed and stability</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Expand testing across edge cases</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Conduct user-oriented evaluation</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Analyze results and prepare Showcase poster</a:t>
            </a:r>
            <a:endParaRPr sz="1200">
              <a:latin typeface="Arial"/>
              <a:ea typeface="Arial"/>
              <a:cs typeface="Arial"/>
              <a:sym typeface="Arial"/>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b="1" lang="en" sz="1200">
                <a:latin typeface="Arial"/>
                <a:ea typeface="Arial"/>
                <a:cs typeface="Arial"/>
                <a:sym typeface="Arial"/>
              </a:rPr>
              <a:t>Milestone 6 (April 20): Planned Tasks</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Final system integration and testing</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Full system demo</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Final evaluation and analysis</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Create user and developer manuals</a:t>
            </a:r>
            <a:endParaRPr sz="1200">
              <a:latin typeface="Arial"/>
              <a:ea typeface="Arial"/>
              <a:cs typeface="Arial"/>
              <a:sym typeface="Arial"/>
            </a:endParaRPr>
          </a:p>
          <a:p>
            <a:pPr indent="-304800" lvl="0" marL="457200" rtl="0" algn="l">
              <a:spcBef>
                <a:spcPts val="0"/>
              </a:spcBef>
              <a:spcAft>
                <a:spcPts val="0"/>
              </a:spcAft>
              <a:buSzPts val="1200"/>
              <a:buFont typeface="Arial"/>
              <a:buChar char="●"/>
            </a:pPr>
            <a:r>
              <a:rPr lang="en" sz="1200">
                <a:latin typeface="Arial"/>
                <a:ea typeface="Arial"/>
                <a:cs typeface="Arial"/>
                <a:sym typeface="Arial"/>
              </a:rPr>
              <a:t>Produce demo video</a:t>
            </a:r>
            <a:endParaRPr sz="12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57"/>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Task Matrix for Milestone 4</a:t>
            </a:r>
            <a:endParaRPr/>
          </a:p>
        </p:txBody>
      </p:sp>
      <p:pic>
        <p:nvPicPr>
          <p:cNvPr id="494" name="Google Shape;494;p57"/>
          <p:cNvPicPr preferRelativeResize="0"/>
          <p:nvPr/>
        </p:nvPicPr>
        <p:blipFill>
          <a:blip r:embed="rId3">
            <a:alphaModFix/>
          </a:blip>
          <a:stretch>
            <a:fillRect/>
          </a:stretch>
        </p:blipFill>
        <p:spPr>
          <a:xfrm>
            <a:off x="1684350" y="1975175"/>
            <a:ext cx="5962650" cy="2466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58"/>
          <p:cNvSpPr txBox="1"/>
          <p:nvPr>
            <p:ph type="title"/>
          </p:nvPr>
        </p:nvSpPr>
        <p:spPr>
          <a:xfrm>
            <a:off x="2002575" y="2354675"/>
            <a:ext cx="5326200" cy="908700"/>
          </a:xfrm>
          <a:prstGeom prst="rect">
            <a:avLst/>
          </a:prstGeom>
        </p:spPr>
        <p:txBody>
          <a:bodyPr anchorCtr="0" anchor="t" bIns="0" lIns="0" spcFirstLastPara="1" rIns="91425" wrap="square" tIns="0">
            <a:noAutofit/>
          </a:bodyPr>
          <a:lstStyle/>
          <a:p>
            <a:pPr indent="0" lvl="0" marL="0" rtl="0" algn="l">
              <a:spcBef>
                <a:spcPts val="0"/>
              </a:spcBef>
              <a:spcAft>
                <a:spcPts val="0"/>
              </a:spcAft>
              <a:buNone/>
            </a:pPr>
            <a:r>
              <a:rPr lang="en"/>
              <a:t>Thank you for listening!</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ides Pitch 2024">
  <a:themeElements>
    <a:clrScheme name="Google Colours">
      <a:dk1>
        <a:srgbClr val="000000"/>
      </a:dk1>
      <a:lt1>
        <a:srgbClr val="182A43"/>
      </a:lt1>
      <a:dk2>
        <a:srgbClr val="253851"/>
      </a:dk2>
      <a:lt2>
        <a:srgbClr val="364D6C"/>
      </a:lt2>
      <a:accent1>
        <a:srgbClr val="4F6887"/>
      </a:accent1>
      <a:accent2>
        <a:srgbClr val="6C87A6"/>
      </a:accent2>
      <a:accent3>
        <a:srgbClr val="86A3C3"/>
      </a:accent3>
      <a:accent4>
        <a:srgbClr val="97C5EF"/>
      </a:accent4>
      <a:accent5>
        <a:srgbClr val="A7D4FF"/>
      </a:accent5>
      <a:accent6>
        <a:srgbClr val="BEDEFF"/>
      </a:accent6>
      <a:hlink>
        <a:srgbClr val="FFFFFF"/>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
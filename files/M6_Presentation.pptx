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70a0784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9770a0784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1575"/>
              <a:buNone/>
              <a:defRPr sz="1575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sz="3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856059" y="2000250"/>
            <a:ext cx="3657600" cy="23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marL="914400" lvl="1" indent="-30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marL="1828800" lvl="3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27959" y="2000250"/>
            <a:ext cx="3657600" cy="234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marL="914400" lvl="1" indent="-30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marL="1828800" lvl="3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None/>
              <a:defRPr sz="2100" b="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856059" y="2432447"/>
            <a:ext cx="3657600" cy="19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marL="914400" lvl="1" indent="-30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marL="1828800" lvl="3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4832350" y="2000250"/>
            <a:ext cx="3453210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None/>
              <a:defRPr sz="2100" b="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4627959" y="2432447"/>
            <a:ext cx="3657601" cy="19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marL="914400" lvl="1" indent="-30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marL="1828800" lvl="3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827859" y="457201"/>
            <a:ext cx="4457701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1pPr>
            <a:lvl2pPr marL="914400" lvl="1" indent="-31432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Char char="•"/>
              <a:defRPr sz="1350"/>
            </a:lvl2pPr>
            <a:lvl3pPr marL="1371600" lvl="2" indent="-304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5pPr>
            <a:lvl6pPr marL="2743200" lvl="5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6pPr>
            <a:lvl7pPr marL="3200400" lvl="6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7pPr>
            <a:lvl8pPr marL="3657600" lvl="7" indent="-29527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8pPr>
            <a:lvl9pPr marL="4114800" lvl="8" indent="-29527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050"/>
              <a:buChar char="•"/>
              <a:defRPr sz="105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856059" y="2228850"/>
            <a:ext cx="266184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sz="21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575300" y="-13716"/>
            <a:ext cx="2457449" cy="517779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856059" y="2228850"/>
            <a:ext cx="400050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799409" y="4412457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3829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056960" y="4412457"/>
            <a:ext cx="24192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856060" y="3974702"/>
            <a:ext cx="7429500" cy="37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6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6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>
            <a:off x="1256109" y="2514600"/>
            <a:ext cx="66294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Century Gothic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Font typeface="Century Gothic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Font typeface="Century Gothic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2"/>
          </p:nvPr>
        </p:nvSpPr>
        <p:spPr>
          <a:xfrm>
            <a:off x="856058" y="3257550"/>
            <a:ext cx="74295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6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en-US" sz="6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56059" y="2914650"/>
            <a:ext cx="74295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2"/>
          </p:nvPr>
        </p:nvSpPr>
        <p:spPr>
          <a:xfrm>
            <a:off x="856058" y="3581400"/>
            <a:ext cx="7429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856059" y="2628900"/>
            <a:ext cx="7429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None/>
              <a:defRPr sz="21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2"/>
          </p:nvPr>
        </p:nvSpPr>
        <p:spPr>
          <a:xfrm>
            <a:off x="856058" y="3257550"/>
            <a:ext cx="74295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 rot="5400000">
            <a:off x="3399234" y="-542924"/>
            <a:ext cx="2343151" cy="742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 rot="5400000">
            <a:off x="5513516" y="1571358"/>
            <a:ext cx="3886201" cy="165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 rot="5400000">
            <a:off x="1741884" y="-428625"/>
            <a:ext cx="3886200" cy="565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1432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527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•"/>
              <a:defRPr sz="105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527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•"/>
              <a:defRPr sz="105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sz="9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sz="9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sz="9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lt1"/>
              </a:buClr>
              <a:buSzPts val="900"/>
              <a:buFont typeface="Arial"/>
              <a:buChar char="•"/>
              <a:defRPr sz="900" b="0" i="0" u="none" strike="noStrike" cap="small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sz="675" b="1" i="0" u="none" strike="noStrike" cap="non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Bz28Oo7YwBY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lang="en-US" b="1"/>
              <a:t>MILESTONE 6 PROGRESS</a:t>
            </a:r>
            <a:endParaRPr b="1"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239125" y="2571750"/>
            <a:ext cx="8520600" cy="1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Group: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 Nicolas Rincon-Speranza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Lawson Darrow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Nikiraj Konwar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Christian Stevens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Advisor: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384"/>
              <a:buNone/>
            </a:pPr>
            <a:r>
              <a:rPr lang="en-US"/>
              <a:t>Dr. Zahra Nematzadeh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2311500" y="419625"/>
            <a:ext cx="45210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Milestone </a:t>
            </a:r>
            <a:r>
              <a:rPr lang="en-US" sz="26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r>
              <a:rPr lang="en-US" sz="26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Task Matrix</a:t>
            </a:r>
            <a:endParaRPr sz="26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1346225"/>
            <a:ext cx="577215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Final Metrics </a:t>
            </a:r>
            <a:endParaRPr/>
          </a:p>
        </p:txBody>
      </p:sp>
      <p:pic>
        <p:nvPicPr>
          <p:cNvPr id="145" name="Google Shape;145;p22" title="Screenshot 2026-04-01 at 12.41.0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2475" y="1177088"/>
            <a:ext cx="2840849" cy="141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title="10f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0" y="1154175"/>
            <a:ext cx="5625524" cy="14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1700" y="2754025"/>
            <a:ext cx="4888374" cy="15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Screenshot 2026-04-01 at 12.39.1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7975" y="2754021"/>
            <a:ext cx="3255350" cy="1576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Final Poster</a:t>
            </a:r>
            <a:endParaRPr sz="2600"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063" y="1017725"/>
            <a:ext cx="428588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275650" y="254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User Manual</a:t>
            </a:r>
            <a:endParaRPr b="1"/>
          </a:p>
        </p:txBody>
      </p:sp>
      <p:sp>
        <p:nvSpPr>
          <p:cNvPr id="160" name="Google Shape;160;p24"/>
          <p:cNvSpPr txBox="1"/>
          <p:nvPr/>
        </p:nvSpPr>
        <p:spPr>
          <a:xfrm>
            <a:off x="615250" y="1017125"/>
            <a:ext cx="7945200" cy="3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Explains how to use SkinCheck from start to finish, including installation, first-time setup, scanning lesions, viewing results, saving history, exporting PDFs, and managing reminders.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Shows the app’s main user-facing features, such as on-device AI classification, scan history, insights/dashboard views, notifications, educational content, and privacy/security settings.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Walks through real usage scenarios, showing how different people—such as everyday users, caregivers, wellness users, and admins—might use the app in practice.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Provides help and reference information, including troubleshooting steps, FAQs, privacy/security details, and a developer section describing the system architecture, backend, code structure, testing, deployment, and how to extend the app.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xfrm>
            <a:off x="275650" y="254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b="1"/>
              <a:t>Demo Video</a:t>
            </a:r>
            <a:endParaRPr b="1"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800" y="749000"/>
            <a:ext cx="6804149" cy="383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>
            <a:hlinkClick r:id="rId4"/>
          </p:cNvPr>
          <p:cNvSpPr txBox="1"/>
          <p:nvPr/>
        </p:nvSpPr>
        <p:spPr>
          <a:xfrm>
            <a:off x="762650" y="4530675"/>
            <a:ext cx="3980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entury Gothic"/>
              <a:buChar char="●"/>
            </a:pPr>
            <a:r>
              <a:rPr lang="en-US" sz="1500" u="sng" cap="small" dirty="0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Demo Video</a:t>
            </a:r>
            <a:endParaRPr sz="1500" cap="small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2185200" y="441250"/>
            <a:ext cx="4773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Milestone 6 </a:t>
            </a:r>
            <a:r>
              <a:rPr lang="en-US" sz="26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Lessons Learned</a:t>
            </a:r>
            <a:endParaRPr sz="26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640050" y="1031575"/>
            <a:ext cx="7863900" cy="3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Strong models need strong evaluation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Good performance is not enough without stable results, validation, and error analysis.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 is harder than training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model that works in development still needs extra work to function reliably in a mobile app.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Explainability improves trust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Visualization tools helped confirm the model focused on meaningful lesion features.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Clear communication matters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Posters, presentations, and demos are important for showing the purpose and value of the project.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Iteration leads to improvement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Repeated testing, feedback, and refinement strengthened both the model and the app.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●"/>
            </a:pPr>
            <a:r>
              <a:rPr lang="en-US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Teamwork is essential</a:t>
            </a:r>
            <a:endParaRPr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Char char="○"/>
            </a:pPr>
            <a:r>
              <a:rPr lang="en-US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Dividing responsibilities and working together made it possible to complete the full system.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ctrTitle"/>
          </p:nvPr>
        </p:nvSpPr>
        <p:spPr>
          <a:xfrm>
            <a:off x="1313188" y="935850"/>
            <a:ext cx="65073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ubTitle" idx="1"/>
          </p:nvPr>
        </p:nvSpPr>
        <p:spPr>
          <a:xfrm>
            <a:off x="1313271" y="2745300"/>
            <a:ext cx="65073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/>
              <a:t>Any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Macintosh PowerPoint</Application>
  <PresentationFormat>On-screen Show (16:9)</PresentationFormat>
  <Paragraphs>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MILESTONE 6 PROGRESS</vt:lpstr>
      <vt:lpstr>PowerPoint Presentation</vt:lpstr>
      <vt:lpstr>Final Metrics </vt:lpstr>
      <vt:lpstr>Final Poster</vt:lpstr>
      <vt:lpstr>User Manual</vt:lpstr>
      <vt:lpstr>Demo Video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Nikiraj Konwar</cp:lastModifiedBy>
  <cp:revision>1</cp:revision>
  <dcterms:modified xsi:type="dcterms:W3CDTF">2026-04-20T15:51:00Z</dcterms:modified>
</cp:coreProperties>
</file>